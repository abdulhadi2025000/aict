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85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9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54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56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57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24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77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27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128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874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11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570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25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33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439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600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095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090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16CE1B1-F24A-4AFF-9628-4EEDB6331D0B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B8590F-F3D0-414C-96C2-C1C330439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0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A641F0-7E96-0A38-590D-E32283E1C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302532"/>
              </p:ext>
            </p:extLst>
          </p:nvPr>
        </p:nvGraphicFramePr>
        <p:xfrm>
          <a:off x="2304375" y="2501900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4901148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944583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145768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                      X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Y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X.Y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796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430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906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17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7536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A4069EF-14DD-E019-37F0-86C104A43498}"/>
              </a:ext>
            </a:extLst>
          </p:cNvPr>
          <p:cNvSpPr txBox="1"/>
          <p:nvPr/>
        </p:nvSpPr>
        <p:spPr>
          <a:xfrm>
            <a:off x="3414409" y="1293779"/>
            <a:ext cx="54474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  <a:p>
            <a:pPr algn="just"/>
            <a:r>
              <a:rPr lang="en-US" sz="2400" b="1" dirty="0">
                <a:latin typeface="Arial Black" panose="020B0A04020102020204" pitchFamily="34" charset="0"/>
              </a:rPr>
              <a:t>                  AND GATE</a:t>
            </a:r>
          </a:p>
        </p:txBody>
      </p:sp>
    </p:spTree>
    <p:extLst>
      <p:ext uri="{BB962C8B-B14F-4D97-AF65-F5344CB8AC3E}">
        <p14:creationId xmlns:p14="http://schemas.microsoft.com/office/powerpoint/2010/main" val="3409136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DF02FD-0DA7-8A9F-DD0B-0DFF543D7C77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8930" y="1896894"/>
            <a:ext cx="2968302" cy="228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43968-56EA-8946-9ACA-1A7EACD17FC5}"/>
              </a:ext>
            </a:extLst>
          </p:cNvPr>
          <p:cNvSpPr txBox="1"/>
          <p:nvPr/>
        </p:nvSpPr>
        <p:spPr>
          <a:xfrm>
            <a:off x="3156625" y="2845022"/>
            <a:ext cx="496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27F8B1-B49B-CFE0-B010-C04543BA7C87}"/>
              </a:ext>
            </a:extLst>
          </p:cNvPr>
          <p:cNvSpPr/>
          <p:nvPr/>
        </p:nvSpPr>
        <p:spPr>
          <a:xfrm>
            <a:off x="4358929" y="2781792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D684BF-C5B8-9DA9-2B8D-AF995B7D5CC6}"/>
              </a:ext>
            </a:extLst>
          </p:cNvPr>
          <p:cNvSpPr/>
          <p:nvPr/>
        </p:nvSpPr>
        <p:spPr>
          <a:xfrm>
            <a:off x="6849893" y="3029688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C35FB1-C3D1-4FF8-02A5-8DFEDEC4BB5C}"/>
              </a:ext>
            </a:extLst>
          </p:cNvPr>
          <p:cNvSpPr/>
          <p:nvPr/>
        </p:nvSpPr>
        <p:spPr>
          <a:xfrm>
            <a:off x="4358929" y="3268493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73018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C9042-9B3D-8909-8C74-AE997FBFE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7EF03E-27C7-C45B-570C-9508600546A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8930" y="1896894"/>
            <a:ext cx="2968302" cy="228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DD34E5-1EDD-0C31-1F9A-A1BC390028CA}"/>
              </a:ext>
            </a:extLst>
          </p:cNvPr>
          <p:cNvSpPr txBox="1"/>
          <p:nvPr/>
        </p:nvSpPr>
        <p:spPr>
          <a:xfrm>
            <a:off x="3156625" y="2845022"/>
            <a:ext cx="496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F70C6B-DEBC-2768-9470-ECF140533A24}"/>
              </a:ext>
            </a:extLst>
          </p:cNvPr>
          <p:cNvSpPr/>
          <p:nvPr/>
        </p:nvSpPr>
        <p:spPr>
          <a:xfrm>
            <a:off x="4358929" y="2781792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347776-B0D4-80C4-C240-558C2E9FCE33}"/>
              </a:ext>
            </a:extLst>
          </p:cNvPr>
          <p:cNvSpPr/>
          <p:nvPr/>
        </p:nvSpPr>
        <p:spPr>
          <a:xfrm>
            <a:off x="6849893" y="3029688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A44EB6-40D0-4568-510C-BF81FF299821}"/>
              </a:ext>
            </a:extLst>
          </p:cNvPr>
          <p:cNvSpPr/>
          <p:nvPr/>
        </p:nvSpPr>
        <p:spPr>
          <a:xfrm>
            <a:off x="4358929" y="3268493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0124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92881-2826-FB95-F539-B3A56210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40938F-0868-4A85-3D2B-A87F77F8D84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8930" y="1896894"/>
            <a:ext cx="2968302" cy="228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99464E-059A-BD8C-2CC5-424315F3EBE9}"/>
              </a:ext>
            </a:extLst>
          </p:cNvPr>
          <p:cNvSpPr txBox="1"/>
          <p:nvPr/>
        </p:nvSpPr>
        <p:spPr>
          <a:xfrm>
            <a:off x="3156625" y="2845022"/>
            <a:ext cx="496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109B62-1ED1-BBCA-CD7F-985AD8C1DD9F}"/>
              </a:ext>
            </a:extLst>
          </p:cNvPr>
          <p:cNvSpPr/>
          <p:nvPr/>
        </p:nvSpPr>
        <p:spPr>
          <a:xfrm>
            <a:off x="4358929" y="2781792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B44E6E-3144-B302-944D-83375E0E9B2F}"/>
              </a:ext>
            </a:extLst>
          </p:cNvPr>
          <p:cNvSpPr/>
          <p:nvPr/>
        </p:nvSpPr>
        <p:spPr>
          <a:xfrm>
            <a:off x="6849893" y="3029688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5B9187-D9D1-83C0-80AF-828B9847C212}"/>
              </a:ext>
            </a:extLst>
          </p:cNvPr>
          <p:cNvSpPr/>
          <p:nvPr/>
        </p:nvSpPr>
        <p:spPr>
          <a:xfrm>
            <a:off x="4358929" y="3268493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38361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BE82-6BE4-C4BA-7D76-C9604D296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320CB5-D7BB-EBFE-1036-B1A7292A9AF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8930" y="1896894"/>
            <a:ext cx="2968302" cy="228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69AD54-4D54-A161-0904-86561E07C227}"/>
              </a:ext>
            </a:extLst>
          </p:cNvPr>
          <p:cNvSpPr txBox="1"/>
          <p:nvPr/>
        </p:nvSpPr>
        <p:spPr>
          <a:xfrm>
            <a:off x="3156625" y="2845022"/>
            <a:ext cx="496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DF85CA-F7ED-D8DD-D7CE-FE6B10A225CB}"/>
              </a:ext>
            </a:extLst>
          </p:cNvPr>
          <p:cNvSpPr/>
          <p:nvPr/>
        </p:nvSpPr>
        <p:spPr>
          <a:xfrm>
            <a:off x="4358929" y="2781792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CA1BB7-2386-9AF6-18F4-8976ADD975DA}"/>
              </a:ext>
            </a:extLst>
          </p:cNvPr>
          <p:cNvSpPr/>
          <p:nvPr/>
        </p:nvSpPr>
        <p:spPr>
          <a:xfrm>
            <a:off x="6849893" y="3029688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48A5A3-1D72-4945-681E-231999497BF9}"/>
              </a:ext>
            </a:extLst>
          </p:cNvPr>
          <p:cNvSpPr/>
          <p:nvPr/>
        </p:nvSpPr>
        <p:spPr>
          <a:xfrm>
            <a:off x="4358929" y="3268493"/>
            <a:ext cx="369651" cy="3210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8198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2" grpId="0" animBg="1"/>
      <p:bldP spid="12" grpId="1" animBg="1"/>
      <p:bldP spid="13" grpId="0" animBg="1"/>
      <p:bldP spid="13" grpId="1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52</TotalTime>
  <Words>48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</cp:revision>
  <dcterms:created xsi:type="dcterms:W3CDTF">2025-10-26T14:09:08Z</dcterms:created>
  <dcterms:modified xsi:type="dcterms:W3CDTF">2025-10-26T17:56:39Z</dcterms:modified>
</cp:coreProperties>
</file>