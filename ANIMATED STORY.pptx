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61" r:id="rId2"/>
    <p:sldId id="262" r:id="rId3"/>
    <p:sldId id="256" r:id="rId4"/>
    <p:sldId id="257" r:id="rId5"/>
    <p:sldId id="258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9A3CC-CAAE-4853-B768-85CDAC3A952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0366-FA33-4B2B-9D59-5DBA91CE3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543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9A3CC-CAAE-4853-B768-85CDAC3A952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0366-FA33-4B2B-9D59-5DBA91CE3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706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9A3CC-CAAE-4853-B768-85CDAC3A952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0366-FA33-4B2B-9D59-5DBA91CE3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429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9A3CC-CAAE-4853-B768-85CDAC3A952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0366-FA33-4B2B-9D59-5DBA91CE3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297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9A3CC-CAAE-4853-B768-85CDAC3A952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0366-FA33-4B2B-9D59-5DBA91CE3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577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9A3CC-CAAE-4853-B768-85CDAC3A952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0366-FA33-4B2B-9D59-5DBA91CE3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445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9A3CC-CAAE-4853-B768-85CDAC3A952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0366-FA33-4B2B-9D59-5DBA91CE3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098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9A3CC-CAAE-4853-B768-85CDAC3A952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0366-FA33-4B2B-9D59-5DBA91CE3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50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9A3CC-CAAE-4853-B768-85CDAC3A952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0366-FA33-4B2B-9D59-5DBA91CE3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684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9A3CC-CAAE-4853-B768-85CDAC3A952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0366-FA33-4B2B-9D59-5DBA91CE3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123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9A3CC-CAAE-4853-B768-85CDAC3A952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0366-FA33-4B2B-9D59-5DBA91CE35D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106282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9A3CC-CAAE-4853-B768-85CDAC3A952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0366-FA33-4B2B-9D59-5DBA91CE3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8495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9A3CC-CAAE-4853-B768-85CDAC3A952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0366-FA33-4B2B-9D59-5DBA91CE35DA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545359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9A3CC-CAAE-4853-B768-85CDAC3A952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0366-FA33-4B2B-9D59-5DBA91CE3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707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9A3CC-CAAE-4853-B768-85CDAC3A952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0366-FA33-4B2B-9D59-5DBA91CE3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2670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9A3CC-CAAE-4853-B768-85CDAC3A952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50366-FA33-4B2B-9D59-5DBA91CE3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374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C9A3CC-CAAE-4853-B768-85CDAC3A9521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8650366-FA33-4B2B-9D59-5DBA91CE3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351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www.goodfreephotos.com/norway/other-norway/scenic-landscape-with-lake-and-landscape-with-clouds.jpg.php" TargetMode="External"/><Relationship Id="rId7" Type="http://schemas.openxmlformats.org/officeDocument/2006/relationships/image" Target="../media/image4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hyperlink" Target="https://openclipart.org/detail/18338/tormaroe_bmw_touring" TargetMode="External"/><Relationship Id="rId5" Type="http://schemas.openxmlformats.org/officeDocument/2006/relationships/hyperlink" Target="https://freepngimg.com/png/30155-cute-cartoon-girl-clipart" TargetMode="External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freepngimg.com/png/11941-ghost-png-pic" TargetMode="External"/><Relationship Id="rId3" Type="http://schemas.openxmlformats.org/officeDocument/2006/relationships/hyperlink" Target="https://openclipart.org/detail/63103/haunted%20house" TargetMode="External"/><Relationship Id="rId7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reativecommons.org/licenses/by-nc/3.0/" TargetMode="External"/><Relationship Id="rId5" Type="http://schemas.openxmlformats.org/officeDocument/2006/relationships/hyperlink" Target="https://freepngimg.com/png/30155-cute-cartoon-girl-clipart" TargetMode="Externa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http://hourglass-vectors.deviantart.com/art/Haunted-House-Foyer-335260574" TargetMode="External"/><Relationship Id="rId7" Type="http://schemas.openxmlformats.org/officeDocument/2006/relationships/hyperlink" Target="https://freepngimg.com/png/30155-cute-cartoon-girl-clipart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hyperlink" Target="https://freesvg.org/ryanlerch-getting-dressed-v2" TargetMode="External"/><Relationship Id="rId4" Type="http://schemas.openxmlformats.org/officeDocument/2006/relationships/image" Target="../media/image12.png"/><Relationship Id="rId9" Type="http://schemas.openxmlformats.org/officeDocument/2006/relationships/hyperlink" Target="https://freepngimg.com/png/11941-ghost-png-pic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A03B5-34B6-35D9-D08A-026398E910E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76400" y="2103438"/>
            <a:ext cx="10515600" cy="1325562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            HELLO EVERYONE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772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5C25E10-EC4D-95D4-A0AC-641C78F05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3172" y="2146300"/>
            <a:ext cx="8596668" cy="1320800"/>
          </a:xfrm>
        </p:spPr>
        <p:txBody>
          <a:bodyPr/>
          <a:lstStyle/>
          <a:p>
            <a:r>
              <a:rPr lang="en-US" dirty="0"/>
              <a:t>    </a:t>
            </a:r>
            <a:r>
              <a:rPr lang="en-US" sz="3200" b="1" dirty="0"/>
              <a:t>ANIMATED STORY OF A HAUNTED HOUSE</a:t>
            </a:r>
          </a:p>
        </p:txBody>
      </p:sp>
    </p:spTree>
    <p:extLst>
      <p:ext uri="{BB962C8B-B14F-4D97-AF65-F5344CB8AC3E}">
        <p14:creationId xmlns:p14="http://schemas.microsoft.com/office/powerpoint/2010/main" val="3718999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BE3F5A5-F2F1-5B60-BEFA-02388416502B}"/>
              </a:ext>
            </a:extLst>
          </p:cNvPr>
          <p:cNvSpPr/>
          <p:nvPr/>
        </p:nvSpPr>
        <p:spPr>
          <a:xfrm>
            <a:off x="0" y="5165387"/>
            <a:ext cx="12192000" cy="169261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FE18BF-44B2-66EA-5797-797EF79B80FA}"/>
              </a:ext>
            </a:extLst>
          </p:cNvPr>
          <p:cNvSpPr/>
          <p:nvPr/>
        </p:nvSpPr>
        <p:spPr>
          <a:xfrm>
            <a:off x="209145" y="5425601"/>
            <a:ext cx="1118681" cy="2626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FDDF2E6-3BF7-EC0D-54A9-01F0F4490414}"/>
              </a:ext>
            </a:extLst>
          </p:cNvPr>
          <p:cNvSpPr/>
          <p:nvPr/>
        </p:nvSpPr>
        <p:spPr>
          <a:xfrm>
            <a:off x="5155661" y="5425600"/>
            <a:ext cx="1118681" cy="2626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17584DE-905E-DCF6-657B-CEEB037D97C9}"/>
              </a:ext>
            </a:extLst>
          </p:cNvPr>
          <p:cNvSpPr/>
          <p:nvPr/>
        </p:nvSpPr>
        <p:spPr>
          <a:xfrm>
            <a:off x="3660844" y="5432083"/>
            <a:ext cx="1118681" cy="2626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3DA5A47-130C-2867-261D-449252A297A5}"/>
              </a:ext>
            </a:extLst>
          </p:cNvPr>
          <p:cNvSpPr/>
          <p:nvPr/>
        </p:nvSpPr>
        <p:spPr>
          <a:xfrm>
            <a:off x="1830422" y="5432084"/>
            <a:ext cx="1118681" cy="2626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3D230AA-4911-CA20-856B-990DDFFB250D}"/>
              </a:ext>
            </a:extLst>
          </p:cNvPr>
          <p:cNvSpPr/>
          <p:nvPr/>
        </p:nvSpPr>
        <p:spPr>
          <a:xfrm>
            <a:off x="8079225" y="5414242"/>
            <a:ext cx="1118681" cy="2626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6887B54-C671-07FA-9DE8-E9AB00909FC2}"/>
              </a:ext>
            </a:extLst>
          </p:cNvPr>
          <p:cNvSpPr/>
          <p:nvPr/>
        </p:nvSpPr>
        <p:spPr>
          <a:xfrm>
            <a:off x="6619672" y="5424785"/>
            <a:ext cx="1118681" cy="2626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D55813A-C394-04F5-4D2F-2DB96C4247D5}"/>
              </a:ext>
            </a:extLst>
          </p:cNvPr>
          <p:cNvSpPr/>
          <p:nvPr/>
        </p:nvSpPr>
        <p:spPr>
          <a:xfrm>
            <a:off x="9661188" y="5432083"/>
            <a:ext cx="1118681" cy="2626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4366F22-0104-D455-88A3-D8F0B5D90C65}"/>
              </a:ext>
            </a:extLst>
          </p:cNvPr>
          <p:cNvSpPr/>
          <p:nvPr/>
        </p:nvSpPr>
        <p:spPr>
          <a:xfrm>
            <a:off x="11151951" y="5453160"/>
            <a:ext cx="912777" cy="2415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C642517-4A78-009D-218B-6140244E3A43}"/>
              </a:ext>
            </a:extLst>
          </p:cNvPr>
          <p:cNvSpPr/>
          <p:nvPr/>
        </p:nvSpPr>
        <p:spPr>
          <a:xfrm>
            <a:off x="209145" y="6473756"/>
            <a:ext cx="1118681" cy="2626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A569209-1419-3826-BEC5-C05D2763B317}"/>
              </a:ext>
            </a:extLst>
          </p:cNvPr>
          <p:cNvSpPr/>
          <p:nvPr/>
        </p:nvSpPr>
        <p:spPr>
          <a:xfrm>
            <a:off x="1802860" y="6420252"/>
            <a:ext cx="1118681" cy="2626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1A8EB58-BB86-6796-619C-9FC5020BD88C}"/>
              </a:ext>
            </a:extLst>
          </p:cNvPr>
          <p:cNvSpPr/>
          <p:nvPr/>
        </p:nvSpPr>
        <p:spPr>
          <a:xfrm>
            <a:off x="3561946" y="6376468"/>
            <a:ext cx="1118681" cy="2626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FE93CC-9014-B690-E578-62D4324C80A6}"/>
              </a:ext>
            </a:extLst>
          </p:cNvPr>
          <p:cNvSpPr/>
          <p:nvPr/>
        </p:nvSpPr>
        <p:spPr>
          <a:xfrm>
            <a:off x="5155661" y="6342432"/>
            <a:ext cx="1118681" cy="2626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4B0B85A-EA4A-8EF1-7D18-E92C230E8926}"/>
              </a:ext>
            </a:extLst>
          </p:cNvPr>
          <p:cNvSpPr/>
          <p:nvPr/>
        </p:nvSpPr>
        <p:spPr>
          <a:xfrm>
            <a:off x="6688578" y="6376468"/>
            <a:ext cx="1118681" cy="2626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F04A923-1640-C1CF-3278-F7E551997F0A}"/>
              </a:ext>
            </a:extLst>
          </p:cNvPr>
          <p:cNvSpPr/>
          <p:nvPr/>
        </p:nvSpPr>
        <p:spPr>
          <a:xfrm>
            <a:off x="8230006" y="6342432"/>
            <a:ext cx="1118681" cy="2626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1ADD3CE-B278-FFBA-AABF-27CDDC5B5656}"/>
              </a:ext>
            </a:extLst>
          </p:cNvPr>
          <p:cNvSpPr/>
          <p:nvPr/>
        </p:nvSpPr>
        <p:spPr>
          <a:xfrm>
            <a:off x="9726040" y="6332691"/>
            <a:ext cx="1118681" cy="2626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420495B-FDCF-BB29-1FBA-28DBED17DF78}"/>
              </a:ext>
            </a:extLst>
          </p:cNvPr>
          <p:cNvSpPr/>
          <p:nvPr/>
        </p:nvSpPr>
        <p:spPr>
          <a:xfrm>
            <a:off x="11187618" y="6318098"/>
            <a:ext cx="1118681" cy="2626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7D60610-BC0C-B4D3-C599-435B047401A9}"/>
              </a:ext>
            </a:extLst>
          </p:cNvPr>
          <p:cNvSpPr/>
          <p:nvPr/>
        </p:nvSpPr>
        <p:spPr>
          <a:xfrm>
            <a:off x="0" y="3431419"/>
            <a:ext cx="12192000" cy="177529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0D8C8DDA-F87F-789E-2C53-D2A7B61C17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11179"/>
            <a:ext cx="12192000" cy="5206715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BA4D1DDC-F90A-2A19-562D-580854532F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326439" y="2879045"/>
            <a:ext cx="948734" cy="1361532"/>
          </a:xfrm>
          <a:prstGeom prst="rect">
            <a:avLst/>
          </a:prstGeom>
        </p:spPr>
      </p:pic>
      <p:pic>
        <p:nvPicPr>
          <p:cNvPr id="49" name="Graphic 48" descr="Cat with solid fill">
            <a:extLst>
              <a:ext uri="{FF2B5EF4-FFF2-40B4-BE49-F238E27FC236}">
                <a16:creationId xmlns:a16="http://schemas.microsoft.com/office/drawing/2014/main" id="{3CA044B5-D7E0-7AFA-1830-80E974EEAB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1541" y="3934110"/>
            <a:ext cx="914400" cy="914400"/>
          </a:xfrm>
          <a:prstGeom prst="rect">
            <a:avLst/>
          </a:prstGeom>
        </p:spPr>
      </p:pic>
      <p:pic>
        <p:nvPicPr>
          <p:cNvPr id="51" name="Graphic 50" descr="Butterfly with solid fill">
            <a:extLst>
              <a:ext uri="{FF2B5EF4-FFF2-40B4-BE49-F238E27FC236}">
                <a16:creationId xmlns:a16="http://schemas.microsoft.com/office/drawing/2014/main" id="{4B3546DA-E917-2249-E33C-1A8B972F0AB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2301" y="3623909"/>
            <a:ext cx="914400" cy="914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0437320-75B0-C5AE-6E44-F7459A9DC53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9624708" y="5605966"/>
            <a:ext cx="1562910" cy="68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207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10000" decel="1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4414 0.09722 L 0.04414 0.09722 C 0.04805 0.1 0.05169 0.10417 0.05586 0.10602 C 0.05807 0.10695 0.06029 0.10787 0.0625 0.10903 C 0.06393 0.10972 0.06524 0.11134 0.06667 0.11204 C 0.07083 0.11366 0.075 0.11482 0.07917 0.11644 C 0.08034 0.11736 0.08151 0.11806 0.08255 0.11945 C 0.08373 0.12107 0.08438 0.12477 0.08581 0.12523 C 0.09102 0.12732 0.09636 0.12616 0.10169 0.12685 C 0.10339 0.12732 0.10508 0.12755 0.10664 0.12824 C 0.10899 0.12917 0.11107 0.13079 0.11341 0.13125 L 0.12669 0.13426 C 0.12865 0.13519 0.1306 0.13634 0.13255 0.13704 C 0.13451 0.13796 0.13646 0.13773 0.13841 0.13866 C 0.15 0.14445 0.13906 0.1419 0.14831 0.14445 C 0.15833 0.14722 0.15182 0.14421 0.16172 0.14908 C 0.16367 0.15 0.16563 0.15046 0.16758 0.15185 C 0.16953 0.15347 0.17136 0.15625 0.17331 0.15787 C 0.17435 0.1588 0.17565 0.1588 0.17669 0.15926 C 0.1849 0.16412 0.17682 0.16088 0.18503 0.16389 C 0.19063 0.16921 0.19649 0.17361 0.20169 0.18009 C 0.20365 0.18264 0.20547 0.18565 0.20755 0.1875 C 0.21133 0.19097 0.21563 0.19259 0.21914 0.1963 C 0.22057 0.19792 0.22188 0.19977 0.22331 0.20093 C 0.22435 0.20162 0.22565 0.20162 0.22669 0.20232 C 0.23099 0.20533 0.23294 0.2081 0.23672 0.21273 C 0.2375 0.21366 0.23828 0.21505 0.23919 0.21574 L 0.24167 0.21713 C 0.24336 0.22014 0.24453 0.22454 0.24675 0.22616 C 0.24961 0.22824 0.25104 0.22847 0.25339 0.23195 C 0.2543 0.23333 0.25495 0.23519 0.25586 0.23634 C 0.2569 0.23773 0.2582 0.23796 0.25925 0.23935 C 0.26159 0.24306 0.26367 0.24722 0.26589 0.25116 C 0.26667 0.25278 0.26771 0.25394 0.26836 0.25579 C 0.27057 0.26158 0.26914 0.25926 0.27253 0.2632 C 0.27448 0.27199 0.27422 0.27176 0.27748 0.28079 C 0.28255 0.29491 0.27787 0.27894 0.28177 0.29283 C 0.28138 0.30116 0.28151 0.30972 0.28086 0.31783 C 0.28073 0.31968 0.27969 0.32083 0.27917 0.32246 C 0.27878 0.32384 0.27865 0.32546 0.27839 0.32685 C 0.27787 0.3294 0.27774 0.33218 0.27669 0.33426 C 0.27591 0.33588 0.27448 0.33611 0.27331 0.33727 C 0.27279 0.33866 0.27253 0.34074 0.27175 0.34167 C 0.27044 0.34306 0.26211 0.34792 0.26003 0.34908 C 0.25742 0.35255 0.25208 0.36065 0.24831 0.3625 C 0.2457 0.36366 0.24284 0.3632 0.23998 0.36389 C 0.22513 0.3669 0.24662 0.36389 0.22175 0.3669 C 0.21016 0.37199 0.23125 0.36296 0.21172 0.36991 C 0.20977 0.3706 0.20781 0.37246 0.20586 0.37269 C 0.19818 0.37431 0.19024 0.37454 0.18255 0.3757 C 0.18034 0.37616 0.17813 0.37662 0.17591 0.37732 L 0.16003 0.3757 C 0.1569 0.37546 0.15391 0.37408 0.15091 0.37431 C 0.14193 0.37454 0.13307 0.37616 0.12422 0.37732 C 0.02578 0.37338 0.07422 0.37315 -0.02083 0.37732 L -0.07252 0.3757 C -0.07943 0.3757 -0.08646 0.37639 -0.09336 0.37732 C -0.09583 0.37755 -0.09831 0.37847 -0.10078 0.37871 C -0.1164 0.37963 -0.1319 0.37963 -0.14752 0.38009 L -0.18672 0.38171 L -0.27252 0.38912 L -0.28672 0.39051 L -0.30833 0.39352 C -0.32305 0.39259 -0.33789 0.39213 -0.3526 0.39051 C -0.35508 0.39028 -0.35742 0.3875 -0.36002 0.3875 C -0.37344 0.38796 -0.38672 0.39051 -0.4 0.39213 C -0.45273 0.40764 -0.39596 0.39375 -0.4125 0.39352 L -0.5625 0.39352 " pathEditMode="relative" ptsTypes="AAAAAAAAAAAAAAAAAAAAAAAAAAAAAAAAAAAAAAAAAAAAAAAAAAAAAAAAAAAAAAAAAAAA">
                                      <p:cBhvr>
                                        <p:cTn id="6" dur="5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30000" decel="3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0378 -0.00926 L 0.00378 -0.00926 C 0.00677 -0.01273 0.00951 -0.01759 0.01289 -0.01968 C 0.01628 -0.02176 0.0198 -0.02384 0.02292 -0.02709 C 0.02513 -0.0294 0.02735 -0.03195 0.02956 -0.03449 C 0.03073 -0.03588 0.03164 -0.03773 0.03295 -0.03889 C 0.04141 -0.04769 0.03881 -0.04329 0.04375 -0.04931 C 0.0448 -0.0507 0.04597 -0.05232 0.04701 -0.05371 C 0.04792 -0.05486 0.0487 -0.05579 0.04961 -0.05672 C 0.05287 -0.06111 0.05612 -0.06574 0.05951 -0.07014 C 0.06081 -0.07176 0.06224 -0.07315 0.06368 -0.07454 C 0.06446 -0.07523 0.0655 -0.07523 0.06628 -0.07593 C 0.08203 -0.09329 0.07305 -0.08935 0.08451 -0.09236 C 0.08998 -0.09884 0.08568 -0.09445 0.09701 -0.09815 C 0.10118 -0.09954 0.10547 -0.10023 0.10951 -0.10278 C 0.11042 -0.10324 0.1112 -0.10394 0.11211 -0.10417 C 0.11394 -0.10486 0.11589 -0.10509 0.11784 -0.10556 C 0.1237 -0.10903 0.11667 -0.10509 0.12709 -0.11019 C 0.12787 -0.11042 0.12865 -0.11134 0.12956 -0.11158 C 0.13321 -0.11227 0.13672 -0.1125 0.14037 -0.11297 C 0.14375 -0.11412 0.14714 -0.11482 0.15039 -0.11597 C 0.1694 -0.12315 0.13659 -0.11389 0.16706 -0.12338 C 0.17292 -0.12523 0.18451 -0.12778 0.18451 -0.12778 C 0.19493 -0.13403 0.18685 -0.13009 0.20534 -0.13241 C 0.21862 -0.1338 0.21433 -0.13449 0.23125 -0.1382 C 0.23451 -0.13889 0.23789 -0.13912 0.24128 -0.13982 L 0.26706 -0.1382 C 0.30339 -0.13519 0.28516 -0.1338 0.30795 -0.13681 C 0.31784 -0.13634 0.32787 -0.13496 0.33789 -0.13519 C 0.34714 -0.13542 0.35625 -0.13797 0.36537 -0.1382 L 0.40287 -0.13982 C 0.4112 -0.14074 0.41966 -0.14051 0.42787 -0.14259 C 0.42982 -0.14306 0.43177 -0.14398 0.43373 -0.14422 C 0.44375 -0.14491 0.45378 -0.14514 0.46368 -0.1456 C 0.46602 -0.14769 0.4681 -0.15 0.47045 -0.15162 C 0.47175 -0.15255 0.47318 -0.15232 0.47461 -0.15301 C 0.47722 -0.1544 0.47956 -0.15672 0.48203 -0.15903 C 0.4836 -0.16736 0.48164 -0.16042 0.48711 -0.16644 C 0.48802 -0.16759 0.48868 -0.16968 0.48959 -0.17084 C 0.49089 -0.17246 0.49245 -0.17361 0.49375 -0.17523 C 0.50495 -0.19051 0.50365 -0.18843 0.50964 -0.19884 L 0.50964 -0.19884 " pathEditMode="relative" ptsTypes="AAAAAAAAAAAAAAAAAAAAAAAAAAAAAAAAAAAAAAAAAA">
                                      <p:cBhvr>
                                        <p:cTn id="8" dur="4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repeatCount="indefinite" accel="10000" decel="1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757 0.00417 L 0.06757 0.0044 L 0.11458 0.00278 C 0.11562 0.00278 0.11666 0.00185 0.1177 0.00139 C 0.11914 0.00093 0.12044 0.00047 0.12174 -2.59259E-6 L 0.14492 0.00139 C 0.21497 0.00347 0.23059 -0.02592 0.21184 0.00718 C 0.21067 0.00093 0.21041 0.00278 0.21354 0.00417 C 0.2138 0.0044 0.21406 0.00417 0.21432 0.00417 L 0.21432 0.0044 L 0.21432 0.00417 " pathEditMode="relative" rAng="0" ptsTypes="AAAAAAAAAAA">
                                      <p:cBhvr>
                                        <p:cTn id="10" dur="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78" y="-5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422678-E581-DD5E-D0C7-9F8837693A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68094" y="-747691"/>
            <a:ext cx="12328188" cy="83737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A1E886-E46A-BEEC-B908-0A4EC451B6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035264" y="5281904"/>
            <a:ext cx="942492" cy="13525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E94FAA-2433-9CDB-2CC3-0A314858FCBB}"/>
              </a:ext>
            </a:extLst>
          </p:cNvPr>
          <p:cNvSpPr txBox="1"/>
          <p:nvPr/>
        </p:nvSpPr>
        <p:spPr>
          <a:xfrm>
            <a:off x="6879506" y="9506177"/>
            <a:ext cx="1254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5" tooltip="https://freepngimg.com/png/30155-cute-cartoon-girl-clipart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6" tooltip="https://creativecommons.org/licenses/by-nc/3.0/"/>
              </a:rPr>
              <a:t>CC BY-NC</a:t>
            </a:r>
            <a:endParaRPr lang="en-US" sz="9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0C3357-D760-CF9C-C9EC-3EBCF2DA97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8133514" y="91440"/>
            <a:ext cx="1997552" cy="2164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12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30000" decel="3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0.00486 L -0.00013 0.00509 C -0.0142 0.01227 0.00027 0.00532 -0.01093 0.00926 C -0.01263 0.00995 -0.01407 0.01065 -0.01562 0.01134 C -0.01666 0.01181 -0.01757 0.01204 -0.01874 0.0125 C -0.02252 0.01366 -0.02643 0.01505 -0.03008 0.01597 C -0.03255 0.01644 -0.04544 0.01782 -0.047 0.01806 C -0.0595 0.02384 -0.04805 0.01898 -0.07552 0.02106 C -0.07695 0.0213 -0.07852 0.02176 -0.08008 0.02222 C -0.0819 0.02269 -0.0836 0.02292 -0.08542 0.02338 C -0.0974 0.04028 -0.08684 0.02639 -0.13152 0.02454 C -0.13399 0.02431 -0.14011 0.02176 -0.14219 0.02106 C -0.14323 0.02037 -0.14428 0.01968 -0.14519 0.01898 C -0.14597 0.01852 -0.14688 0.01852 -0.14766 0.01806 C -0.14831 0.01736 -0.14896 0.0162 -0.14987 0.01597 C -0.15118 0.01505 -0.15235 0.01505 -0.15378 0.01458 C -0.15495 0.01366 -0.15625 0.01273 -0.15756 0.01134 C -0.1586 0.01042 -0.15951 0.00903 -0.16068 0.00833 C -0.16394 0.00579 -0.16563 0.00602 -0.16902 0.00486 C -0.1698 0.00463 -0.17058 0.00394 -0.17136 0.00394 C -0.1793 0.00324 -0.18724 0.00324 -0.19506 0.00278 C -0.19701 0.00208 -0.1987 0.00116 -0.20053 0.00069 C -0.20222 0.00023 -0.20404 0.00023 -0.20586 -0.00046 C -0.2129 -0.00278 -0.20717 -0.00162 -0.21198 -0.00486 C -0.21355 -0.00579 -0.21511 -0.00625 -0.21667 -0.00694 C -0.21784 -0.0088 -0.21902 -0.01111 -0.22045 -0.0125 C -0.22162 -0.01343 -0.22305 -0.01366 -0.22422 -0.01458 C -0.22566 -0.01551 -0.22683 -0.0169 -0.22813 -0.01782 C -0.2323 -0.02106 -0.23165 -0.0206 -0.23503 -0.02222 L -0.24506 -0.03727 C -0.24584 -0.03843 -0.24662 -0.03935 -0.24727 -0.04051 L -0.25339 -0.0537 C -0.25482 -0.06157 -0.25378 -0.05463 -0.25495 -0.06644 C -0.25547 -0.07153 -0.25586 -0.07384 -0.25639 -0.07847 C -0.25625 -0.08218 -0.25625 -0.08588 -0.25573 -0.08935 C -0.25521 -0.09306 -0.25313 -0.09722 -0.25196 -0.10023 C -0.2517 -0.10185 -0.25183 -0.10324 -0.25118 -0.10463 C -0.24974 -0.10741 -0.24779 -0.10787 -0.24584 -0.10903 C -0.24389 -0.11065 -0.23894 -0.11528 -0.23724 -0.11759 C -0.2362 -0.11968 -0.23581 -0.12269 -0.23425 -0.12407 C -0.23347 -0.125 -0.23269 -0.12546 -0.23191 -0.12639 C -0.2306 -0.12778 -0.22956 -0.1294 -0.22813 -0.13056 C -0.21758 -0.14051 -0.22683 -0.13171 -0.21967 -0.13611 C -0.21758 -0.13727 -0.21355 -0.14028 -0.21355 -0.14005 C -0.21303 -0.14144 -0.21277 -0.14306 -0.21198 -0.14375 C -0.21016 -0.14537 -0.20743 -0.1456 -0.20586 -0.14792 C -0.20534 -0.14861 -0.20495 -0.14977 -0.2043 -0.15023 C -0.20118 -0.15278 -0.20092 -0.15162 -0.19818 -0.15347 C -0.19727 -0.15417 -0.1961 -0.15463 -0.19506 -0.15556 C -0.19402 -0.15648 -0.1931 -0.15764 -0.19206 -0.1588 C -0.19154 -0.15949 -0.19115 -0.16042 -0.19063 -0.16088 C -0.18985 -0.16157 -0.18894 -0.16181 -0.18816 -0.16204 C -0.18764 -0.16319 -0.1875 -0.16458 -0.18672 -0.16528 C -0.18581 -0.1662 -0.18451 -0.16667 -0.18373 -0.16759 C -0.18282 -0.16806 -0.18217 -0.16921 -0.18125 -0.16968 C -0.18034 -0.17014 -0.1793 -0.17014 -0.17826 -0.1706 C -0.17722 -0.1713 -0.17618 -0.17222 -0.17514 -0.17292 C -0.17435 -0.17361 -0.17383 -0.17454 -0.17292 -0.17523 C -0.17188 -0.17569 -0.17084 -0.17593 -0.1698 -0.17616 C -0.1668 -0.18032 -0.17019 -0.17639 -0.16524 -0.1794 C -0.1599 -0.18264 -0.1655 -0.18032 -0.16133 -0.1838 C -0.16068 -0.18426 -0.1599 -0.18449 -0.15912 -0.18495 C -0.15795 -0.18519 -0.15665 -0.18472 -0.15599 -0.18588 C -0.15534 -0.18704 -0.15599 -0.18866 -0.15599 -0.19005 L -0.15599 -0.18981 " pathEditMode="relative" rAng="0" ptsTypes="AAAAAAAAAAAAAAAAAAAAAAAAAAAAAAAAAAAAAAAAAAAAAAAAAAAAAAAAAAAAAAAAA">
                                      <p:cBhvr>
                                        <p:cTn id="6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812" y="-842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10000" decel="1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015 0.06366 L -0.06015 0.06389 C -0.07422 0.07107 -0.05976 0.06412 -0.07096 0.06806 C -0.07265 0.06875 -0.07408 0.06945 -0.07565 0.07014 C -0.07669 0.0706 -0.0776 0.07084 -0.07877 0.0713 C -0.08255 0.07246 -0.08645 0.07384 -0.09011 0.07477 C -0.09257 0.07523 -0.10547 0.07662 -0.10704 0.07685 C -0.11954 0.08264 -0.10808 0.07778 -0.13555 0.07986 C -0.13698 0.08009 -0.13855 0.08056 -0.14011 0.08102 C -0.14193 0.08148 -0.14362 0.08171 -0.14545 0.08218 C -0.15743 0.09908 -0.14688 0.08519 -0.19154 0.08334 C -0.19402 0.0831 -0.20014 0.08056 -0.20222 0.07986 C -0.20326 0.07917 -0.2043 0.07847 -0.20521 0.07778 C -0.20599 0.07732 -0.20691 0.07732 -0.20769 0.07685 C -0.20834 0.07616 -0.20899 0.075 -0.2099 0.07477 C -0.2112 0.07384 -0.21237 0.07384 -0.21381 0.07338 C -0.21498 0.07246 -0.21628 0.07153 -0.21758 0.07014 C -0.21862 0.06921 -0.21954 0.06783 -0.22071 0.06713 C -0.22396 0.06459 -0.22566 0.06482 -0.22904 0.06366 C -0.22982 0.06343 -0.2306 0.06273 -0.23139 0.06273 C -0.23933 0.06204 -0.24727 0.06204 -0.25508 0.06158 C -0.25704 0.06088 -0.25873 0.05996 -0.26055 0.05949 C -0.26224 0.05903 -0.26407 0.05903 -0.26589 0.05834 C -0.27292 0.05602 -0.26719 0.05718 -0.27201 0.05394 C -0.27357 0.05301 -0.27514 0.05255 -0.2767 0.05185 C -0.27787 0.05 -0.27904 0.04769 -0.28047 0.0463 C -0.28165 0.04537 -0.28308 0.04514 -0.28425 0.04421 C -0.28568 0.04329 -0.28685 0.0419 -0.28816 0.04097 C -0.29232 0.03773 -0.29167 0.0382 -0.29506 0.03658 L -0.30508 0.02153 C -0.30586 0.02037 -0.30665 0.01945 -0.3073 0.01829 L -0.31342 0.00509 C -0.31485 -0.00278 -0.31381 0.00417 -0.31498 -0.00764 C -0.3155 -0.01273 -0.31589 -0.01504 -0.31641 -0.01967 C -0.31628 -0.02338 -0.31628 -0.02708 -0.31576 -0.03055 C -0.31524 -0.03426 -0.31316 -0.03842 -0.31198 -0.04143 C -0.31172 -0.04305 -0.31185 -0.04444 -0.3112 -0.04583 C -0.30977 -0.04861 -0.30782 -0.04907 -0.30586 -0.05023 C -0.30391 -0.05185 -0.29896 -0.05648 -0.29727 -0.05879 C -0.29623 -0.06088 -0.29584 -0.06389 -0.29428 -0.06528 C -0.29349 -0.0662 -0.29271 -0.06666 -0.29193 -0.06759 C -0.29063 -0.06898 -0.28959 -0.0706 -0.28816 -0.07176 C -0.27761 -0.08171 -0.28685 -0.07291 -0.27969 -0.07731 C -0.27761 -0.07847 -0.27357 -0.08148 -0.27357 -0.08125 C -0.27305 -0.08264 -0.27279 -0.08426 -0.27201 -0.08495 C -0.27019 -0.08657 -0.26745 -0.0868 -0.26589 -0.08912 C -0.26537 -0.08981 -0.26498 -0.09097 -0.26433 -0.09143 C -0.2612 -0.09398 -0.26094 -0.09282 -0.25821 -0.09467 C -0.2573 -0.09537 -0.25612 -0.09583 -0.25508 -0.09676 C -0.25404 -0.09768 -0.25313 -0.09884 -0.25209 -0.1 C -0.25157 -0.10069 -0.25118 -0.10162 -0.25066 -0.10208 C -0.24987 -0.10278 -0.24896 -0.10301 -0.24818 -0.10324 C -0.24766 -0.1044 -0.24753 -0.10579 -0.24675 -0.10648 C -0.24584 -0.10741 -0.24454 -0.10787 -0.24375 -0.10879 C -0.24284 -0.10926 -0.24219 -0.11041 -0.24128 -0.11088 C -0.24037 -0.11134 -0.23933 -0.11134 -0.23829 -0.1118 C -0.23724 -0.1125 -0.2362 -0.11342 -0.23516 -0.11412 C -0.23438 -0.11481 -0.23386 -0.11574 -0.23295 -0.11643 C -0.23191 -0.1169 -0.23086 -0.11713 -0.22982 -0.11736 C -0.22683 -0.12153 -0.23021 -0.11759 -0.22527 -0.1206 C -0.21993 -0.12384 -0.22553 -0.12153 -0.22136 -0.125 C -0.22071 -0.12546 -0.21993 -0.12569 -0.21915 -0.12616 C -0.21797 -0.12639 -0.21667 -0.12592 -0.21602 -0.12708 C -0.21537 -0.12824 -0.21602 -0.12986 -0.21602 -0.13125 L -0.21602 -0.13125 " pathEditMode="relative" rAng="0" ptsTypes="AAAAAAAAAAAAAAAAAAAAAAAAAAAAAAAAAAAAAAAAAAAAAAAAAAAAAAAAAAAAAAAAA">
                                      <p:cBhvr>
                                        <p:cTn id="8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812" y="-8403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repeatCount="indefinite" accel="50000" decel="5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1849 -0.13148 L 0.01849 -0.13125 C 0.01901 -0.12592 0.02005 -0.11388 0.02174 -0.10787 C 0.02239 -0.10578 0.02344 -0.10393 0.02422 -0.10185 C 0.02487 -0.10046 0.02552 -0.09907 0.02591 -0.09745 C 0.02877 -0.0875 0.02578 -0.09212 0.03008 -0.08703 C 0.03307 -0.07939 0.03034 -0.08564 0.03515 -0.07824 C 0.04075 -0.06967 0.03463 -0.07731 0.0401 -0.07083 C 0.04062 -0.06944 0.04114 -0.06782 0.0418 -0.06643 C 0.04258 -0.06481 0.04362 -0.06365 0.04427 -0.06203 C 0.04752 -0.05393 0.04388 -0.05717 0.04844 -0.05462 C 0.05273 -0.04421 0.04883 -0.05254 0.0543 -0.04421 C 0.05521 -0.04282 0.05573 -0.04074 0.05677 -0.03981 C 0.05781 -0.03865 0.05898 -0.03865 0.06015 -0.03819 C 0.06146 -0.03634 0.06302 -0.03449 0.06432 -0.0324 C 0.06497 -0.03101 0.0651 -0.02893 0.06601 -0.02777 C 0.06693 -0.02685 0.06823 -0.02685 0.06927 -0.02638 C 0.06979 -0.025 0.07018 -0.02314 0.07096 -0.02199 C 0.07396 -0.01736 0.07513 -0.01759 0.07851 -0.01597 C 0.08437 -0.00185 0.07656 -0.01851 0.08594 -0.00555 C 0.0944 0.00602 0.08177 -0.00439 0.09258 0.00325 C 0.09752 0.01482 0.09232 0.00371 0.09935 0.01505 C 0.10195 0.01945 0.10456 0.02362 0.10677 0.02848 C 0.10846 0.03195 0.10989 0.03565 0.11185 0.03889 C 0.11328 0.04121 0.1151 0.04283 0.1168 0.04468 C 0.11771 0.04862 0.1181 0.05301 0.11927 0.05649 C 0.12005 0.0588 0.12174 0.06019 0.12265 0.0625 C 0.12344 0.06436 0.1237 0.06621 0.12435 0.06852 C 0.12409 0.08218 0.12422 0.09607 0.12344 0.10996 C 0.12331 0.1132 0.12018 0.11968 0.11927 0.12176 C 0.11875 0.12315 0.11836 0.12477 0.11771 0.12616 C 0.11341 0.13496 0.11393 0.13218 0.10924 0.13959 C 0.10846 0.14098 0.10781 0.14283 0.10677 0.14399 C 0.1056 0.14538 0.10403 0.14607 0.1026 0.147 C 0.09961 0.15232 0.0987 0.1544 0.09518 0.1588 C 0.09375 0.16042 0.09232 0.16158 0.09101 0.1632 C 0.08945 0.16505 0.08828 0.16737 0.08685 0.16922 C 0.08411 0.17246 0.07851 0.17801 0.07851 0.17825 C 0.07734 0.18056 0.0763 0.18311 0.07513 0.18542 C 0.07409 0.1875 0.07265 0.18913 0.07174 0.19144 C 0.07122 0.1926 0.07135 0.19445 0.07096 0.19584 C 0.07031 0.19792 0.06927 0.19977 0.06849 0.20186 C 0.0681 0.20857 0.06588 0.22477 0.07018 0.23149 C 0.07396 0.2375 0.0789 0.24051 0.08346 0.24468 C 0.08463 0.24561 0.10417 0.2632 0.10599 0.26413 C 0.10989 0.26551 0.1138 0.26667 0.11771 0.26852 C 0.12656 0.27246 0.13073 0.27593 0.13932 0.28172 C 0.14036 0.28311 0.14948 0.29561 0.15182 0.30116 C 0.15286 0.30325 0.15377 0.30579 0.1543 0.30857 C 0.15547 0.3132 0.15599 0.31829 0.1569 0.32338 C 0.15651 0.33426 0.15703 0.34514 0.15599 0.35579 C 0.15534 0.36227 0.14948 0.36968 0.14687 0.37223 C 0.14505 0.37385 0.14297 0.37408 0.14101 0.37524 C 0.13763 0.37709 0.13437 0.37963 0.13099 0.38102 C 0.12721 0.38264 0.12318 0.38311 0.11927 0.38403 C 0.10599 0.38264 0.07552 0.37547 0.05755 0.38264 C 0.05195 0.38473 0.04974 0.39075 0.04596 0.39746 C 0.04466 0.40278 0.04271 0.41158 0.04088 0.41667 C 0.0345 0.43588 0.04193 0.40996 0.03672 0.42848 C 0.03737 0.43195 0.0375 0.43565 0.03841 0.43889 C 0.04023 0.44514 0.0457 0.44607 0.04844 0.44769 C 0.0487 0.46158 0.04922 0.47547 0.04922 0.48913 C 0.04922 0.51135 0.04844 0.53357 0.04844 0.55602 L 0.04844 0.55625 " pathEditMode="relative" rAng="0" ptsTypes="AAAAAAAAAAAAAAAAAAAAAAAAAAAAAAAAAAAAAAAAAAAAAAAAAAAAAAAAAAAAAAAA">
                                      <p:cBhvr>
                                        <p:cTn id="10" dur="2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14" y="343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0"/>
                            </p:stCondLst>
                            <p:childTnLst>
                              <p:par>
                                <p:cTn id="12" presetID="0" presetClass="path" presetSubtype="0" repeatCount="indefinite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518 0.54885 L 0.04518 0.54885 C 0.04544 0.55463 0.04557 0.56065 0.04596 0.56644 C 0.04635 0.57107 0.04739 0.57524 0.04765 0.57987 C 0.04818 0.58681 0.04818 0.59375 0.04857 0.6007 C 0.0487 0.60417 0.04922 0.60741 0.04935 0.61088 C 0.04974 0.61783 0.04987 0.62477 0.05026 0.63172 C 0.04961 0.64908 0.04922 0.66621 0.04857 0.68357 C 0.04844 0.68658 0.04818 0.68959 0.04765 0.69237 C 0.04739 0.69422 0.04661 0.69538 0.04596 0.697 C 0.04544 0.70047 0.04505 0.70394 0.0444 0.70718 C 0.04375 0.71042 0.04284 0.7132 0.0418 0.71621 C 0.03398 0.74121 0.03542 0.73403 0.01849 0.76204 C 0.01107 0.77454 0.01263 0.77176 0.00351 0.78149 C 0.00208 0.78288 -0.0056 0.79121 -0.00651 0.79167 L -0.01563 0.79769 C -0.01732 0.80024 -0.01875 0.80348 -0.0207 0.8051 C -0.02487 0.8088 -0.02956 0.81088 -0.03399 0.81389 C -0.03542 0.81482 -0.03672 0.81621 -0.03815 0.8169 L -0.04479 0.81991 C -0.04727 0.82084 -0.04987 0.82153 -0.05235 0.82292 C -0.06198 0.82825 -0.05873 0.82917 -0.06823 0.83334 C -0.07031 0.83426 -0.07878 0.83565 -0.08073 0.83612 C -0.08542 0.83797 -0.09011 0.83982 -0.09479 0.84213 C -0.12005 0.85417 -0.10248 0.84885 -0.12318 0.85394 C -0.12513 0.85556 -0.12695 0.8588 -0.12904 0.85834 C -0.14466 0.85649 -0.14349 0.84815 -0.15729 0.84653 C -0.16979 0.84514 -0.18242 0.84561 -0.19492 0.84514 C -0.20482 0.84422 -0.21485 0.84237 -0.22487 0.84213 C -0.23099 0.8419 -0.26628 0.84445 -0.27487 0.84514 C -0.28412 0.84422 -0.29323 0.84352 -0.30235 0.84213 C -0.30677 0.84144 -0.30521 0.83936 -0.3099 0.83774 C -0.31367 0.83635 -0.31771 0.83565 -0.32162 0.83473 C -0.3224 0.83426 -0.32318 0.83357 -0.32409 0.83334 C -0.32539 0.83264 -0.32682 0.83241 -0.32826 0.83172 C -0.32969 0.83102 -0.33099 0.82963 -0.33242 0.82871 C -0.33347 0.82825 -0.33464 0.82778 -0.33568 0.82732 C -0.33763 0.82639 -0.33958 0.82524 -0.34154 0.82431 C -0.34297 0.82292 -0.34427 0.82084 -0.3457 0.81991 C -0.34727 0.81899 -0.34909 0.81922 -0.35078 0.81852 C -0.35248 0.8176 -0.35404 0.81621 -0.35573 0.81551 C -0.35716 0.81482 -0.3586 0.81459 -0.3599 0.81389 C -0.36159 0.8132 -0.36328 0.81204 -0.36485 0.81112 L -0.36745 0.8095 C -0.36797 0.80811 -0.36836 0.80649 -0.36901 0.8051 C -0.37162 0.79977 -0.37305 0.79792 -0.37656 0.79468 C -0.37787 0.79352 -0.3793 0.79213 -0.38073 0.79167 C -0.38373 0.79098 -0.38685 0.79167 -0.38985 0.79167 L -0.38985 0.79167 " pathEditMode="relative" ptsTypes="AAAAAAAAAAAAAAAAAAAAAAAAAAAAAAAAAAAAAAAAAAAAAAAAA">
                                      <p:cBhvr>
                                        <p:cTn id="13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C3E037-7DE5-CAD5-2C17-537076E035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BB6FA6-145C-6295-8A2F-B38FF37409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469992" y="4613531"/>
            <a:ext cx="1904762" cy="19047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8E30D17-0F37-8340-15A3-C489905F7F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6187221" y="2860040"/>
            <a:ext cx="792918" cy="11379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67E3B7B-0244-298A-B9F9-D2EF4D64FC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4691973" y="493390"/>
            <a:ext cx="1037620" cy="11241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7B4EAE-C601-89A4-24CE-DDCDB86B22B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9696744" y="3429000"/>
            <a:ext cx="853016" cy="924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560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10000" decel="1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834 -0.04074 L 0.00834 -0.04051 C 0.0086 -0.01412 0.00873 0.0125 0.00925 0.03912 C 0.00925 0.0412 0.0099 0.04306 0.01003 0.04514 C 0.01055 0.05394 0.01055 0.06296 0.01094 0.07176 C 0.01055 0.08565 0.01055 0.09954 0.01003 0.11319 C 0.01003 0.11481 0.00938 0.1162 0.00925 0.11759 C 0.00886 0.12106 0.0086 0.12454 0.00834 0.12801 C 0.00743 0.14468 0.00847 0.14259 0.00677 0.15324 C 0.00651 0.15486 0.00625 0.15625 0.00586 0.15764 C 0.00547 0.15926 0.00482 0.16065 0.00417 0.16204 C 0.00391 0.16505 0.00378 0.16806 0.00339 0.17106 C 0.00313 0.17245 0.00274 0.17407 0.00261 0.17546 C 0.00222 0.17755 0.00209 0.1794 0.0017 0.18148 C 0.00144 0.18287 0.00105 0.18426 0.00092 0.18588 C 0.00026 0.18981 -0.00039 0.19375 -0.00078 0.19769 C -0.00182 0.2081 -0.00104 0.2037 -0.00247 0.21111 C -0.00286 0.2206 -0.00299 0.23356 -0.00416 0.24375 C -0.00481 0.24977 -0.00494 0.24676 -0.00664 0.25255 C -0.01002 0.26481 -0.00429 0.24861 -0.00911 0.26134 C -0.00937 0.26343 -0.00976 0.26528 -0.00989 0.26736 C -0.01028 0.26991 -0.01015 0.27245 -0.0108 0.27477 C -0.01158 0.27708 -0.01302 0.2787 -0.01406 0.28079 C -0.01445 0.28264 -0.01458 0.28472 -0.01497 0.28657 C -0.01549 0.28958 -0.01692 0.2963 -0.01744 0.29838 C -0.01796 0.3 -0.01862 0.30139 -0.01914 0.30301 C -0.02018 0.30648 -0.02005 0.30949 -0.02083 0.31319 C -0.02122 0.31528 -0.02174 0.31736 -0.02239 0.31921 C -0.02343 0.32153 -0.02474 0.32315 -0.02578 0.32523 C -0.0263 0.32917 -0.02669 0.33356 -0.02825 0.33704 C -0.0289 0.33843 -0.02994 0.33889 -0.03073 0.34005 C -0.03138 0.34306 -0.03177 0.34653 -0.03333 0.34884 C -0.03476 0.35116 -0.03828 0.35486 -0.03828 0.35509 C -0.0388 0.35718 -0.03906 0.36019 -0.03997 0.36227 C -0.04049 0.36343 -0.04166 0.36273 -0.04244 0.36366 C -0.04349 0.36481 -0.04401 0.36667 -0.04492 0.36806 C -0.04635 0.37014 -0.04778 0.37199 -0.04908 0.37407 C -0.05091 0.37685 -0.05247 0.37986 -0.05416 0.38287 C -0.05638 0.38704 -0.05716 0.38866 -0.05989 0.3919 C -0.06106 0.39306 -0.06224 0.39375 -0.06328 0.39468 C -0.06406 0.39676 -0.06484 0.39884 -0.06575 0.40069 C -0.06744 0.40347 -0.06875 0.40394 -0.07083 0.40509 C -0.07161 0.40718 -0.07226 0.40926 -0.0733 0.41111 C -0.075 0.41412 -0.07799 0.41551 -0.07994 0.4169 C -0.08046 0.41852 -0.08073 0.4206 -0.08164 0.42153 C -0.08281 0.42269 -0.0845 0.42222 -0.0858 0.42292 C -0.08698 0.42361 -0.08802 0.425 -0.08906 0.42593 C -0.08997 0.42662 -0.09088 0.42662 -0.09166 0.42731 C -0.09257 0.42824 -0.09323 0.42986 -0.09414 0.43032 C -0.09961 0.43333 -0.1108 0.43773 -0.1108 0.43796 C -0.11158 0.43866 -0.11237 0.43981 -0.11328 0.44074 C -0.11614 0.44329 -0.12083 0.44306 -0.1233 0.44375 C -0.12526 0.44421 -0.12721 0.44468 -0.12916 0.44514 C -0.13086 0.4456 -0.13242 0.4463 -0.13411 0.44653 C -0.13776 0.44722 -0.1414 0.44769 -0.14492 0.44815 C -0.14739 0.44954 -0.14987 0.45185 -0.15247 0.45255 C -0.15338 0.45278 -0.15403 0.45116 -0.15494 0.45116 C -0.16523 0.45116 -0.17552 0.45208 -0.1858 0.45255 C -0.20586 0.45602 -0.17903 0.45162 -0.20989 0.45556 C -0.2125 0.45579 -0.21497 0.45671 -0.21744 0.45694 C -0.22552 0.45787 -0.23359 0.45764 -0.24166 0.45856 C -0.24974 0.45926 -0.25768 0.46042 -0.26575 0.46134 C -0.26836 0.46181 -0.27083 0.46273 -0.2733 0.46296 C -0.28658 0.46366 -0.3 0.46389 -0.31328 0.46435 C -0.31796 0.46551 -0.32265 0.46736 -0.32747 0.46736 C -0.38893 0.46852 -0.3733 0.47361 -0.39908 0.46435 C -0.40533 0.45347 -0.39726 0.46597 -0.40573 0.45856 C -0.4069 0.45764 -0.40729 0.45509 -0.40833 0.45394 C -0.4095 0.45255 -0.41119 0.45255 -0.4125 0.45116 C -0.41497 0.44838 -0.41705 0.44444 -0.41914 0.44074 C -0.41966 0.43819 -0.42005 0.43565 -0.42083 0.43333 C -0.42148 0.43125 -0.42317 0.42986 -0.4233 0.42731 C -0.42382 0.41852 -0.42317 0.41134 -0.42161 0.4037 C -0.42109 0.40116 -0.42096 0.39815 -0.41992 0.3963 C -0.41914 0.39491 -0.4177 0.39537 -0.41666 0.39468 C -0.41601 0.39329 -0.41575 0.3912 -0.41497 0.39028 C -0.41406 0.38912 -0.41263 0.38958 -0.41158 0.38889 C -0.40377 0.38356 -0.41328 0.38773 -0.40416 0.38449 C -0.40325 0.38333 -0.4026 0.38218 -0.40156 0.38148 C -0.39948 0.37986 -0.39401 0.37894 -0.39244 0.37847 C -0.3888 0.37731 -0.38906 0.37894 -0.38906 0.37546 L -0.38906 0.37569 " pathEditMode="relative" rAng="0" ptsTypes="AAAAAAAAAAAAAAAAAAAAAAAAAAAAAAAAAAAAAAAAAAAAAAAAAAAAAAAAAAAAAAAAAAAAAAAAAAAAAAAAAA">
                                      <p:cBhvr>
                                        <p:cTn id="6" dur="5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471" y="2550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50000" decel="5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.02019 0.04027 L 0.02019 0.04027 C 0.02253 0.04166 0.025 0.04259 0.02735 0.04444 C 0.03308 0.04907 0.02852 0.04722 0.03217 0.05162 C 0.03308 0.05277 0.03425 0.05347 0.03529 0.05439 C 0.04024 0.06296 0.03516 0.05347 0.04089 0.06712 C 0.04167 0.06898 0.04258 0.07083 0.04336 0.07268 C 0.0444 0.07569 0.04649 0.08194 0.04727 0.08564 C 0.0487 0.09166 0.05 0.09791 0.05131 0.10393 C 0.05183 0.10648 0.05248 0.10856 0.05287 0.11111 C 0.05313 0.1125 0.05326 0.11412 0.05365 0.11527 C 0.05508 0.1199 0.05717 0.12291 0.05925 0.12662 C 0.06003 0.13379 0.05938 0.14189 0.06172 0.14791 C 0.06224 0.1493 0.06263 0.15092 0.06329 0.15231 C 0.06641 0.15925 0.06342 0.14976 0.06719 0.16064 C 0.06784 0.1625 0.06823 0.16458 0.06888 0.16643 C 0.0698 0.16944 0.07149 0.17175 0.07201 0.175 C 0.07422 0.18634 0.07292 0.18078 0.07605 0.19189 C 0.0767 0.20439 0.07644 0.2037 0.07761 0.21319 C 0.07787 0.21504 0.078 0.21712 0.07839 0.21898 C 0.07878 0.22037 0.07943 0.22175 0.08008 0.22314 C 0.07904 0.29791 0.08034 0.26064 0.07683 0.32523 C 0.07657 0.33055 0.07709 0.33611 0.07605 0.34097 C 0.07409 0.3493 0.07487 0.3456 0.07357 0.35231 C 0.07214 0.36805 0.07383 0.35347 0.07123 0.36921 C 0.07058 0.37291 0.07045 0.37708 0.06967 0.38055 C 0.06836 0.38611 0.06628 0.39097 0.06485 0.39629 C 0.06394 0.3993 0.06342 0.403 0.0625 0.40601 C 0.06107 0.41064 0.05873 0.41412 0.05769 0.41898 C 0.05717 0.42129 0.05677 0.42384 0.05612 0.42592 C 0.05079 0.44328 0.05261 0.43217 0.04727 0.453 C 0.04336 0.46828 0.04154 0.48587 0.03607 0.49976 C 0.02279 0.53379 0.03907 0.49282 0.02331 0.52962 C 0.0211 0.53472 0.02006 0.54004 0.01693 0.54375 C 0.01576 0.54513 0.01433 0.5456 0.01302 0.54652 C 0.01068 0.55069 0.0086 0.55462 0.00573 0.55787 C -0.00143 0.56597 0.00326 0.55787 -0.00377 0.56782 C -0.00494 0.56944 -0.00573 0.57199 -0.00703 0.57361 C -0.01054 0.57824 -0.01276 0.57939 -0.01653 0.58194 C -0.02513 0.59722 -0.01185 0.57407 -0.02213 0.5905 C -0.02382 0.59328 -0.025 0.59699 -0.02695 0.59907 C -0.02877 0.60092 -0.03125 0.60069 -0.03333 0.60185 C -0.03411 0.60231 -0.03502 0.60254 -0.03567 0.60324 C -0.03632 0.60393 -0.03671 0.60509 -0.03724 0.60625 L -0.03724 0.60625 " pathEditMode="relative" ptsTypes="AAAAAAAAAAAAAAAAAAAAAAAAAAAAAAAAAAAAAAAAAAAAA">
                                      <p:cBhvr>
                                        <p:cTn id="8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repeatCount="indefinite" accel="50000" decel="5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01172 0.01991 L -0.01172 0.01991 C -0.01146 0.01227 -0.01159 0.00463 -0.01094 -0.00301 C -0.01081 -0.00463 -0.0099 -0.00579 -0.00938 -0.00717 C -0.00886 -0.00903 -0.00833 -0.01088 -0.00781 -0.01273 C -0.00755 -0.0162 -0.00742 -0.01944 -0.00703 -0.02268 C -0.00664 -0.02523 -0.00547 -0.02731 -0.00534 -0.02986 C -0.00443 -0.06713 -0.00456 -0.10463 -0.00378 -0.1419 C -0.00339 -0.16134 -0.00287 -0.18079 -0.00221 -0.2 C -0.00208 -0.2044 -0.00169 -0.20856 -0.00143 -0.21273 C -0.00117 -0.21782 0.00078 -0.25278 0.00104 -0.2625 C 0.0013 -0.27477 0.00117 -0.28704 0.00182 -0.2993 C 0.00234 -0.31018 0.00325 -0.32106 0.00417 -0.33194 C 0.0043 -0.3338 0.00482 -0.33565 0.00495 -0.33773 C 0.00534 -0.34005 0.00547 -0.34236 0.00586 -0.34467 C 0.00547 -0.35833 0.00547 -0.37222 0.00495 -0.38588 C 0.00482 -0.39097 0.00469 -0.39051 0.00338 -0.39282 L 0.00338 -0.39282 " pathEditMode="relative" ptsTypes="AAAAAAAAAAAAAAAAAA">
                                      <p:cBhvr>
                                        <p:cTn id="10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A82074-69ED-2F56-FACC-130F99EF1F49}"/>
              </a:ext>
            </a:extLst>
          </p:cNvPr>
          <p:cNvSpPr/>
          <p:nvPr/>
        </p:nvSpPr>
        <p:spPr>
          <a:xfrm>
            <a:off x="3512182" y="2967335"/>
            <a:ext cx="5167633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</a:t>
            </a:r>
            <a:endParaRPr lang="en-US" sz="72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8100180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65</TotalTime>
  <Words>22</Words>
  <Application>Microsoft Office PowerPoint</Application>
  <PresentationFormat>Widescreen</PresentationFormat>
  <Paragraphs>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Trebuchet MS</vt:lpstr>
      <vt:lpstr>Wingdings 3</vt:lpstr>
      <vt:lpstr>Facet</vt:lpstr>
      <vt:lpstr>            HELLO EVERYONE  </vt:lpstr>
      <vt:lpstr>    ANIMATED STORY OF A HAUNTED HOUSE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9</cp:revision>
  <dcterms:created xsi:type="dcterms:W3CDTF">2025-10-25T21:19:33Z</dcterms:created>
  <dcterms:modified xsi:type="dcterms:W3CDTF">2025-11-11T16:19:46Z</dcterms:modified>
</cp:coreProperties>
</file>