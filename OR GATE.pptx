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85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89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68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110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08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397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69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5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803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50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39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49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827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3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722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030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977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22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804530D-9AA6-4FFB-A8BF-BFF03DB5A89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635F574-C190-4C14-AFED-8917ABEE6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5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CDC839-5F86-920A-B9A1-C8C77D30F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869095"/>
              </p:ext>
            </p:extLst>
          </p:nvPr>
        </p:nvGraphicFramePr>
        <p:xfrm>
          <a:off x="2275191" y="2336584"/>
          <a:ext cx="8127999" cy="21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2464020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8333844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7166443"/>
                    </a:ext>
                  </a:extLst>
                </a:gridCol>
              </a:tblGrid>
              <a:tr h="7014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A+B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359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016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983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803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40006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E3D5D33-57B0-1FF7-5093-45005284231E}"/>
              </a:ext>
            </a:extLst>
          </p:cNvPr>
          <p:cNvSpPr txBox="1"/>
          <p:nvPr/>
        </p:nvSpPr>
        <p:spPr>
          <a:xfrm>
            <a:off x="4500664" y="948447"/>
            <a:ext cx="3190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      </a:t>
            </a:r>
            <a:r>
              <a:rPr lang="en-US" sz="3200" dirty="0">
                <a:latin typeface="Arial Black" panose="020B0A04020102020204" pitchFamily="34" charset="0"/>
              </a:rPr>
              <a:t>OR GATE</a:t>
            </a:r>
          </a:p>
        </p:txBody>
      </p:sp>
    </p:spTree>
    <p:extLst>
      <p:ext uri="{BB962C8B-B14F-4D97-AF65-F5344CB8AC3E}">
        <p14:creationId xmlns:p14="http://schemas.microsoft.com/office/powerpoint/2010/main" val="263005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71225D-BF38-3DBE-47B4-59084F5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537" y="2222465"/>
            <a:ext cx="2828925" cy="13430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B221D72-7E1D-757B-EFC0-C786BF96F261}"/>
              </a:ext>
            </a:extLst>
          </p:cNvPr>
          <p:cNvSpPr/>
          <p:nvPr/>
        </p:nvSpPr>
        <p:spPr>
          <a:xfrm>
            <a:off x="4319081" y="1196502"/>
            <a:ext cx="3472774" cy="3501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OR GATE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EABFCA0-7E09-BE01-BE13-FDF2D0ACA39C}"/>
              </a:ext>
            </a:extLst>
          </p:cNvPr>
          <p:cNvSpPr/>
          <p:nvPr/>
        </p:nvSpPr>
        <p:spPr>
          <a:xfrm>
            <a:off x="4938409" y="3045067"/>
            <a:ext cx="398834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812186-8577-756C-901F-E261AC3F53EB}"/>
              </a:ext>
            </a:extLst>
          </p:cNvPr>
          <p:cNvSpPr/>
          <p:nvPr/>
        </p:nvSpPr>
        <p:spPr>
          <a:xfrm>
            <a:off x="4938409" y="2449100"/>
            <a:ext cx="398834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82BF66-0DB8-58F0-74EA-11C8AA3D77E1}"/>
              </a:ext>
            </a:extLst>
          </p:cNvPr>
          <p:cNvSpPr/>
          <p:nvPr/>
        </p:nvSpPr>
        <p:spPr>
          <a:xfrm>
            <a:off x="6959431" y="2709311"/>
            <a:ext cx="398834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85322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CBB99-80CD-BB95-E904-C6131E5C9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2CF945-0F60-7A5E-D38C-E88A953FC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537" y="2222465"/>
            <a:ext cx="2828925" cy="13430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F36EDD-AE25-B42D-199E-CE48C802E991}"/>
              </a:ext>
            </a:extLst>
          </p:cNvPr>
          <p:cNvSpPr/>
          <p:nvPr/>
        </p:nvSpPr>
        <p:spPr>
          <a:xfrm>
            <a:off x="4319081" y="1196502"/>
            <a:ext cx="3472774" cy="3501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OR GATE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555D6C3-E0C4-B853-04D7-9DB9A4AE2A91}"/>
              </a:ext>
            </a:extLst>
          </p:cNvPr>
          <p:cNvSpPr/>
          <p:nvPr/>
        </p:nvSpPr>
        <p:spPr>
          <a:xfrm>
            <a:off x="4938409" y="3045067"/>
            <a:ext cx="398834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B7DB59-94EF-E45E-708E-2259CC0D68FA}"/>
              </a:ext>
            </a:extLst>
          </p:cNvPr>
          <p:cNvSpPr/>
          <p:nvPr/>
        </p:nvSpPr>
        <p:spPr>
          <a:xfrm>
            <a:off x="4938409" y="2449100"/>
            <a:ext cx="398834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CE4298-2830-1558-6ECC-E002D9A2E6A3}"/>
              </a:ext>
            </a:extLst>
          </p:cNvPr>
          <p:cNvSpPr/>
          <p:nvPr/>
        </p:nvSpPr>
        <p:spPr>
          <a:xfrm>
            <a:off x="6959431" y="2709311"/>
            <a:ext cx="398834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5018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DD0A5-D8C9-21C2-7B72-1148CE237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782B4D-B6AE-E0AD-5271-5F6FD093A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537" y="2222465"/>
            <a:ext cx="2828925" cy="13430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E7CB0B3-DB34-1AAF-B45D-BE374F460078}"/>
              </a:ext>
            </a:extLst>
          </p:cNvPr>
          <p:cNvSpPr/>
          <p:nvPr/>
        </p:nvSpPr>
        <p:spPr>
          <a:xfrm>
            <a:off x="4319081" y="1196502"/>
            <a:ext cx="3472774" cy="3501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OR GATE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AD3E21-8ABA-CD4C-B1B6-FCC7D204DB53}"/>
              </a:ext>
            </a:extLst>
          </p:cNvPr>
          <p:cNvSpPr/>
          <p:nvPr/>
        </p:nvSpPr>
        <p:spPr>
          <a:xfrm>
            <a:off x="4938409" y="3045067"/>
            <a:ext cx="398834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98E075-3FA8-C12B-4676-24DFECDA108B}"/>
              </a:ext>
            </a:extLst>
          </p:cNvPr>
          <p:cNvSpPr/>
          <p:nvPr/>
        </p:nvSpPr>
        <p:spPr>
          <a:xfrm>
            <a:off x="4938409" y="2449100"/>
            <a:ext cx="398834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635308D-100E-805F-184D-9EF195791427}"/>
              </a:ext>
            </a:extLst>
          </p:cNvPr>
          <p:cNvSpPr/>
          <p:nvPr/>
        </p:nvSpPr>
        <p:spPr>
          <a:xfrm>
            <a:off x="6959431" y="2709311"/>
            <a:ext cx="398834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7070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07FE-72C3-D6B8-ECDF-7B0F22C5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8E6C29-4D35-8245-FF57-9396FEAD5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537" y="2222465"/>
            <a:ext cx="2828925" cy="13430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E5827A-2B93-1F7F-46BF-A6325634BD5E}"/>
              </a:ext>
            </a:extLst>
          </p:cNvPr>
          <p:cNvSpPr/>
          <p:nvPr/>
        </p:nvSpPr>
        <p:spPr>
          <a:xfrm>
            <a:off x="4319081" y="1196502"/>
            <a:ext cx="3472774" cy="3501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OR GATE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A044AB-B88A-C891-3686-C35B5F9A8195}"/>
              </a:ext>
            </a:extLst>
          </p:cNvPr>
          <p:cNvSpPr/>
          <p:nvPr/>
        </p:nvSpPr>
        <p:spPr>
          <a:xfrm>
            <a:off x="4938409" y="3045067"/>
            <a:ext cx="398834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B85D3F-825D-5B41-3B03-E4BCC20E2B8E}"/>
              </a:ext>
            </a:extLst>
          </p:cNvPr>
          <p:cNvSpPr/>
          <p:nvPr/>
        </p:nvSpPr>
        <p:spPr>
          <a:xfrm>
            <a:off x="4938409" y="2449100"/>
            <a:ext cx="398834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3FBDCD8-07B7-06DA-C488-2567C93D02EC}"/>
              </a:ext>
            </a:extLst>
          </p:cNvPr>
          <p:cNvSpPr/>
          <p:nvPr/>
        </p:nvSpPr>
        <p:spPr>
          <a:xfrm>
            <a:off x="6959431" y="2709311"/>
            <a:ext cx="398834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5168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18</TotalTime>
  <Words>41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</cp:revision>
  <dcterms:created xsi:type="dcterms:W3CDTF">2025-10-26T14:51:04Z</dcterms:created>
  <dcterms:modified xsi:type="dcterms:W3CDTF">2025-10-26T19:07:27Z</dcterms:modified>
</cp:coreProperties>
</file>