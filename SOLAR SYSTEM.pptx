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14" d="100"/>
          <a:sy n="114" d="100"/>
        </p:scale>
        <p:origin x="-571" y="-7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70DEE-1602-17BD-035E-231EFF6933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051D6-8C1F-F0E4-59F2-CC3B576A3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0017A-CBFC-0A67-EB01-A5E6B56DC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5458-E917-4835-971D-CB6F827C8A5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AE434-F4DB-F95D-F2CE-D29C4CA88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CFD6D-F7CA-7868-C24E-6C46E7747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1BEF4-BF88-4502-AB57-D343438A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3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F74B6-51DC-3B88-DB49-0E89317FA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D05D-F087-FBDB-3AE6-88E2F3FC96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A07E8-DC92-D1F4-9AEE-FA750F9A7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5458-E917-4835-971D-CB6F827C8A5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C407D-5DD1-F605-483F-C566B90DE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36A2A-2E0F-2F40-2CC1-CB399B414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1BEF4-BF88-4502-AB57-D343438A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287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70E55-5FEE-403E-8C41-FAB0CD9FC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4C950-E783-1508-63CF-923B0990F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264BC4-115F-6261-7349-5D5198B97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5458-E917-4835-971D-CB6F827C8A5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13EA02-A43F-8E41-0DA0-2A674701B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AA5F4-C4F4-0CCB-F3B7-BD0640C1F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1BEF4-BF88-4502-AB57-D343438A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249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45739-A653-0F38-C02B-C44C5C5CF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91DEB-62B4-44CF-20A1-731B198E32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0BAEA0-2596-2DF8-5DB1-BE25E2FB6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346B5-64DE-24E1-900F-6963B6458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5458-E917-4835-971D-CB6F827C8A5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7DA0F-D76A-EA58-ECBB-F77799B3F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F1BBC3-089F-EF5F-2B97-74118E18D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1BEF4-BF88-4502-AB57-D343438A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926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C5B8E-4115-D7BA-88E4-308420AE4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73F92-01A7-7FA3-8606-E4AB02A6D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F3369-B67A-08D0-B793-CBD0F92DB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7911E5-9FCA-8326-4D8D-1B58296DB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E4F317-8CD0-CEA0-2431-364CD6CFE2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BF2270-2854-2509-D352-1FF03BE2B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5458-E917-4835-971D-CB6F827C8A5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C7A1BE-8CD6-B425-DBA1-65662400C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9A5EDB-75F5-DDB8-0230-DEB776FBC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1BEF4-BF88-4502-AB57-D343438A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337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7A2D2-CD07-995C-BBA9-32FA7E9CF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C2CD45-DC88-39E8-0970-BEEF684F6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5458-E917-4835-971D-CB6F827C8A5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1EBAD2-8161-D0DF-D500-E5253F1A3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AD2F7E-7A96-250C-419F-54BDD931D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1BEF4-BF88-4502-AB57-D343438A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44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0D29FE-3848-73F9-54A3-AFEE792EC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5458-E917-4835-971D-CB6F827C8A5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FA9F86-83CD-376A-FC74-ECBB0A104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74FA2-3E08-76C5-7BB5-4598A2B2B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1BEF4-BF88-4502-AB57-D343438A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710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8D9A9-6B0A-D59A-0900-FE5151F10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42DC4-A8CC-F9CB-4716-4194CF248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F8BE4E-C362-AC6A-1999-EAD2079601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641775-2800-38F4-DD79-96B33C216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5458-E917-4835-971D-CB6F827C8A5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2A5781-3C95-C868-71DC-7E8FB8EAC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08CF1-3E53-E9B3-D761-F2AF46BDB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1BEF4-BF88-4502-AB57-D343438A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121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D17A7-95FE-2542-1169-803BD8A66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FFBCD6-6A44-BA10-346E-3E884B390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3F2660-171D-F8E8-34E6-91FB537B3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AFABC9-675D-1921-3305-63DE3F31E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5458-E917-4835-971D-CB6F827C8A5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78D421-DEFB-8941-7118-C9EFF4592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FAE70-CE87-8803-66DE-E451D6DE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1BEF4-BF88-4502-AB57-D343438A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74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8901D-F86C-8D9A-1639-A178616DE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E06395-EAFB-71A4-5ED3-4CD97DAAE7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84F19-66BA-71E4-86EC-8502490F3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5458-E917-4835-971D-CB6F827C8A5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23718-035E-D6E9-E4D5-AB04BE92E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AB05C-CC2B-42D3-B80C-2F0DC85D7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1BEF4-BF88-4502-AB57-D343438A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78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F16ED2-980B-BD2C-4DC0-6B642780C9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BF704-DBC4-0FD1-1166-8E509F2A98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DB6CC-7DD6-382E-931D-7F4FE08F4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85458-E917-4835-971D-CB6F827C8A5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F276F-80BB-E36E-8F3C-CA0D429B9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4F1CC9-9D09-A0CF-9507-4853AC3E9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01BEF4-BF88-4502-AB57-D343438A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274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F3FBD8-28C5-7C8C-DFC6-7E481865A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8E558-3696-3962-4147-33C97B012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E401D-D291-1063-BA90-0E82150BF6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785458-E917-4835-971D-CB6F827C8A5E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CBA47-7074-DA04-A7F0-EBF4FE0886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F56D7-C9D0-ECF0-6758-5CE3DAF3B7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01BEF4-BF88-4502-AB57-D343438A9E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553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hyperlink" Target="https://pixabay.com/en/cartoon-cosmos-mars-planet-red-1298905/" TargetMode="External"/><Relationship Id="rId18" Type="http://schemas.openxmlformats.org/officeDocument/2006/relationships/image" Target="../media/image9.jpg"/><Relationship Id="rId3" Type="http://schemas.microsoft.com/office/2007/relationships/hdphoto" Target="../media/hdphoto1.wdp"/><Relationship Id="rId21" Type="http://schemas.openxmlformats.org/officeDocument/2006/relationships/hyperlink" Target="https://mni.wikipedia.org/wiki/%EA%AF%81%EA%AF%A5%EA%AF%83%EA%AF%A9_%EA%AF%8A%EA%AF%84%EA%AF%A4" TargetMode="External"/><Relationship Id="rId7" Type="http://schemas.openxmlformats.org/officeDocument/2006/relationships/image" Target="../media/image3.png"/><Relationship Id="rId12" Type="http://schemas.openxmlformats.org/officeDocument/2006/relationships/image" Target="../media/image6.png"/><Relationship Id="rId17" Type="http://schemas.openxmlformats.org/officeDocument/2006/relationships/hyperlink" Target="https://pixabay.com/nl/saturnus-planeet-zonnestelsel-26618/" TargetMode="External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jp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ah.wikipedia.org/wiki/Pay%C4%ABnalc%C4%ABtlalli" TargetMode="External"/><Relationship Id="rId11" Type="http://schemas.openxmlformats.org/officeDocument/2006/relationships/hyperlink" Target="https://resources.wolframcloud.com/FunctionRepository/resources/GeoGlobe3D" TargetMode="External"/><Relationship Id="rId5" Type="http://schemas.openxmlformats.org/officeDocument/2006/relationships/image" Target="../media/image2.jpg"/><Relationship Id="rId15" Type="http://schemas.openxmlformats.org/officeDocument/2006/relationships/hyperlink" Target="https://www.flickr.com/photos/alex-is-solaris/30894308612/in/dateposted-public/" TargetMode="External"/><Relationship Id="rId10" Type="http://schemas.openxmlformats.org/officeDocument/2006/relationships/image" Target="../media/image5.png"/><Relationship Id="rId19" Type="http://schemas.openxmlformats.org/officeDocument/2006/relationships/hyperlink" Target="https://www.goodfreephotos.com/astrophotography/view-of-uranus.jpg.php" TargetMode="External"/><Relationship Id="rId4" Type="http://schemas.openxmlformats.org/officeDocument/2006/relationships/hyperlink" Target="https://blueplanetbiomes.org/world_biomes.php" TargetMode="External"/><Relationship Id="rId9" Type="http://schemas.openxmlformats.org/officeDocument/2006/relationships/hyperlink" Target="https://freepngimg.com/svg/154629-venus" TargetMode="External"/><Relationship Id="rId1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042BD769-3DD3-FA8D-6C6D-46641C9BAF48}"/>
              </a:ext>
            </a:extLst>
          </p:cNvPr>
          <p:cNvGrpSpPr/>
          <p:nvPr/>
        </p:nvGrpSpPr>
        <p:grpSpPr>
          <a:xfrm>
            <a:off x="1786773" y="-852602"/>
            <a:ext cx="8618453" cy="8563204"/>
            <a:chOff x="1598579" y="-905024"/>
            <a:chExt cx="8994842" cy="8937180"/>
          </a:xfrm>
          <a:scene3d>
            <a:camera prst="isometricOffAxis2Top">
              <a:rot lat="18448663" lon="2370241" rev="18834412"/>
            </a:camera>
            <a:lightRig rig="threePt" dir="t"/>
          </a:scene3d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28C74FE-6706-FC2C-CA52-2D7132341530}"/>
                </a:ext>
              </a:extLst>
            </p:cNvPr>
            <p:cNvSpPr/>
            <p:nvPr/>
          </p:nvSpPr>
          <p:spPr>
            <a:xfrm>
              <a:off x="3916000" y="1397541"/>
              <a:ext cx="4360000" cy="4332050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22FA9E74-7FDB-B715-414B-B7637A5B303F}"/>
                </a:ext>
              </a:extLst>
            </p:cNvPr>
            <p:cNvSpPr/>
            <p:nvPr/>
          </p:nvSpPr>
          <p:spPr>
            <a:xfrm>
              <a:off x="1598579" y="-905024"/>
              <a:ext cx="8994842" cy="8937180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22B3ED5-19B3-7BFD-A715-88380954E254}"/>
                </a:ext>
              </a:extLst>
            </p:cNvPr>
            <p:cNvSpPr/>
            <p:nvPr/>
          </p:nvSpPr>
          <p:spPr>
            <a:xfrm>
              <a:off x="2133600" y="-373433"/>
              <a:ext cx="7924800" cy="7873998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43E2C95-7957-EB8A-116A-E7FA73027EE5}"/>
                </a:ext>
              </a:extLst>
            </p:cNvPr>
            <p:cNvSpPr/>
            <p:nvPr/>
          </p:nvSpPr>
          <p:spPr>
            <a:xfrm>
              <a:off x="2649166" y="138828"/>
              <a:ext cx="6893668" cy="6849476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268D689-FE9D-71E3-4156-985CF645C909}"/>
                </a:ext>
              </a:extLst>
            </p:cNvPr>
            <p:cNvSpPr/>
            <p:nvPr/>
          </p:nvSpPr>
          <p:spPr>
            <a:xfrm>
              <a:off x="4293140" y="1772263"/>
              <a:ext cx="3605720" cy="3582606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CA95A9F-B0C0-BF15-5B3D-BEE90E2FDEBD}"/>
                </a:ext>
              </a:extLst>
            </p:cNvPr>
            <p:cNvSpPr/>
            <p:nvPr/>
          </p:nvSpPr>
          <p:spPr>
            <a:xfrm>
              <a:off x="3417651" y="902387"/>
              <a:ext cx="5356698" cy="5322358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7327338-94F2-65A0-2324-9DA9660D4DC8}"/>
                </a:ext>
              </a:extLst>
            </p:cNvPr>
            <p:cNvSpPr/>
            <p:nvPr/>
          </p:nvSpPr>
          <p:spPr>
            <a:xfrm>
              <a:off x="3009089" y="496444"/>
              <a:ext cx="6173822" cy="6134244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F8C44946-FA2A-DD17-1B55-501953B1D016}"/>
                </a:ext>
              </a:extLst>
            </p:cNvPr>
            <p:cNvSpPr/>
            <p:nvPr/>
          </p:nvSpPr>
          <p:spPr>
            <a:xfrm>
              <a:off x="4578485" y="2055779"/>
              <a:ext cx="3035030" cy="3015574"/>
            </a:xfrm>
            <a:prstGeom prst="ellipse">
              <a:avLst/>
            </a:prstGeom>
            <a:noFill/>
            <a:ln>
              <a:solidFill>
                <a:schemeClr val="bg1"/>
              </a:solidFill>
              <a:prstDash val="lg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3" name="Picture 32">
            <a:extLst>
              <a:ext uri="{FF2B5EF4-FFF2-40B4-BE49-F238E27FC236}">
                <a16:creationId xmlns:a16="http://schemas.microsoft.com/office/drawing/2014/main" id="{B8C3DC37-1DBF-3CA8-0220-C5E48891D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641" b="90918" l="2051" r="92188">
                        <a14:foregroundMark x1="80762" y1="28516" x2="55078" y2="8594"/>
                        <a14:foregroundMark x1="55078" y1="8594" x2="17090" y2="20508"/>
                        <a14:foregroundMark x1="17090" y1="20508" x2="8203" y2="61816"/>
                        <a14:foregroundMark x1="13574" y1="24219" x2="2246" y2="48438"/>
                        <a14:foregroundMark x1="16602" y1="32129" x2="17480" y2="67676"/>
                        <a14:foregroundMark x1="17480" y1="67676" x2="23242" y2="83008"/>
                        <a14:foregroundMark x1="23242" y1="83008" x2="23242" y2="83008"/>
                        <a14:foregroundMark x1="23242" y1="83008" x2="63965" y2="90918"/>
                        <a14:foregroundMark x1="63965" y1="90918" x2="61621" y2="90332"/>
                        <a14:foregroundMark x1="62793" y1="89648" x2="86035" y2="70020"/>
                        <a14:foregroundMark x1="86035" y1="70020" x2="87988" y2="67285"/>
                        <a14:foregroundMark x1="87402" y1="70313" x2="83203" y2="35156"/>
                        <a14:foregroundMark x1="92188" y1="35156" x2="61621" y2="8496"/>
                        <a14:foregroundMark x1="58008" y1="12695" x2="25000" y2="20020"/>
                        <a14:foregroundMark x1="53809" y1="6641" x2="19629" y2="9668"/>
                        <a14:foregroundMark x1="19629" y1="9668" x2="19629" y2="9668"/>
                        <a14:foregroundMark x1="74219" y1="84863" x2="92188" y2="56348"/>
                        <a14:foregroundMark x1="92188" y1="56348" x2="92188" y2="56348"/>
                        <a14:foregroundMark x1="92188" y1="56348" x2="90430" y2="29688"/>
                        <a14:foregroundMark x1="90430" y1="29688" x2="67578" y2="1455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285362" y="2626468"/>
            <a:ext cx="1621276" cy="1605064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AE03E20-FD90-AA34-3DA9-4E1AC9375971}"/>
              </a:ext>
            </a:extLst>
          </p:cNvPr>
          <p:cNvSpPr txBox="1"/>
          <p:nvPr/>
        </p:nvSpPr>
        <p:spPr>
          <a:xfrm>
            <a:off x="5484552" y="5795201"/>
            <a:ext cx="1222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Unknown Author is licensed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D97AF97-1506-7EE3-24D0-BB75338D3C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4555533" y="3259426"/>
            <a:ext cx="341588" cy="339148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7D68DD26-9A64-B7E7-6888-2571EFB142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4078359" y="3164840"/>
            <a:ext cx="1085648" cy="1535494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06DDD6D3-E260-D145-513F-31DC4BDA52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 flipV="1">
            <a:off x="3887861" y="3247988"/>
            <a:ext cx="350586" cy="350586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3126F11-F4CE-4708-6057-4F48F6F6B58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3552201" y="2929880"/>
            <a:ext cx="247216" cy="248250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EA89B85F-B798-BCB2-C02E-60B15A8372B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3101881" y="3388318"/>
            <a:ext cx="305958" cy="28452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4593CA-7938-18B6-0DBC-D7BC131EB91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7"/>
              </a:ext>
            </a:extLst>
          </a:blip>
          <a:stretch>
            <a:fillRect/>
          </a:stretch>
        </p:blipFill>
        <p:spPr>
          <a:xfrm>
            <a:off x="2705228" y="2719980"/>
            <a:ext cx="479636" cy="2902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D7CF1A-51AB-AE1F-7683-88BD3F63591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9"/>
              </a:ext>
            </a:extLst>
          </a:blip>
          <a:stretch>
            <a:fillRect/>
          </a:stretch>
        </p:blipFill>
        <p:spPr>
          <a:xfrm flipV="1">
            <a:off x="2004188" y="3525499"/>
            <a:ext cx="670560" cy="3777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BDCEE4-74BB-E515-D9D1-B9351F0B4B9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21"/>
              </a:ext>
            </a:extLst>
          </a:blip>
          <a:stretch>
            <a:fillRect/>
          </a:stretch>
        </p:blipFill>
        <p:spPr>
          <a:xfrm>
            <a:off x="1593298" y="2890520"/>
            <a:ext cx="467360" cy="46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516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repeatCount="indefinite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43 0.03773 L 0.00143 0.03796 C 0.00391 0.04167 0.0082 0.04769 0.01055 0.05255 C 0.01315 0.05787 0.01133 0.05694 0.01471 0.06157 C 0.01758 0.06528 0.01979 0.06667 0.02305 0.06898 C 0.02396 0.06944 0.02487 0.06968 0.02565 0.07037 C 0.02656 0.0713 0.02721 0.07245 0.02813 0.07338 C 0.02917 0.07454 0.03034 0.07523 0.03138 0.07639 C 0.03398 0.07894 0.03425 0.08056 0.03724 0.08218 C 0.03945 0.08356 0.04661 0.08495 0.04805 0.08519 L 0.06471 0.08819 C 0.06615 0.08843 0.06758 0.08912 0.06888 0.08958 C 0.07005 0.09005 0.07109 0.09097 0.07227 0.0912 C 0.07591 0.0919 0.07943 0.09213 0.08307 0.09259 C 0.10143 0.10347 0.08776 0.09653 0.1306 0.09421 C 0.13451 0.09398 0.13841 0.09306 0.14232 0.09259 C 0.14388 0.09213 0.14557 0.0919 0.14727 0.0912 C 0.14818 0.09074 0.14883 0.08981 0.14974 0.08958 C 0.15508 0.08843 0.16029 0.08773 0.16563 0.08657 C 0.16784 0.08634 0.17005 0.08565 0.17227 0.08519 C 0.17891 0.07731 0.16914 0.08796 0.17982 0.08079 C 0.1819 0.0794 0.18346 0.07639 0.18555 0.07477 C 0.18685 0.07384 0.18841 0.07407 0.18971 0.07338 C 0.19063 0.07292 0.19141 0.07222 0.19232 0.07176 C 0.19362 0.0713 0.19505 0.07083 0.19648 0.07037 C 0.19896 0.06736 0.19935 0.06667 0.20221 0.06435 C 0.20391 0.06319 0.20638 0.06227 0.20807 0.06157 C 0.20898 0.05949 0.20951 0.05694 0.21055 0.05556 C 0.21133 0.0544 0.21576 0.05208 0.21732 0.05116 C 0.21992 0.03681 0.21523 0.05833 0.22148 0.04375 C 0.22253 0.0412 0.22188 0.03704 0.22305 0.03472 C 0.22539 0.03079 0.2263 0.02963 0.22813 0.02454 C 0.2306 0.01736 0.22904 0.0206 0.2306 0.01412 C 0.2319 0.0088 0.23229 0.0081 0.23398 0.0037 C 0.23359 -0.00162 0.23372 -0.00718 0.23307 -0.0125 C 0.23281 -0.01481 0.2319 -0.01644 0.23138 -0.01852 C 0.23112 -0.01991 0.23086 -0.02153 0.2306 -0.02292 C 0.23047 -0.02338 0.22943 -0.03241 0.22891 -0.03333 C 0.22826 -0.03472 0.22721 -0.03519 0.22643 -0.03634 C 0.22227 -0.04236 0.22552 -0.03958 0.22057 -0.04514 C 0.21953 -0.0463 0.21836 -0.04699 0.21732 -0.04815 C 0.21641 -0.04907 0.21563 -0.05023 0.21471 -0.05116 C 0.21393 -0.05185 0.21302 -0.05185 0.21224 -0.05255 C 0.21133 -0.05347 0.21068 -0.05486 0.20977 -0.05556 C 0.2082 -0.05671 0.2026 -0.0581 0.20143 -0.05856 C 0.20026 -0.05995 0.19935 -0.06181 0.19805 -0.06296 C 0.19154 -0.06991 0.19271 -0.06644 0.18815 -0.07338 C 0.18724 -0.07477 0.18646 -0.07662 0.18555 -0.07778 C 0.18398 -0.08009 0.1806 -0.0838 0.1806 -0.08356 C 0.18008 -0.08519 0.17969 -0.08704 0.17891 -0.08819 C 0.17617 -0.09236 0.17461 -0.09282 0.17148 -0.09398 C 0.16862 -0.09514 0.16589 -0.09606 0.16315 -0.09699 C 0.16016 -0.09815 0.15599 -0.09977 0.15313 -0.1 C 0.14531 -0.10093 0.1375 -0.10093 0.12982 -0.10139 C 0.11536 -0.10093 0.10091 -0.10139 0.08646 -0.1 C 0.08542 -0.1 0.0849 -0.09745 0.08398 -0.09699 C 0.0806 -0.09583 0.07721 -0.0963 0.07396 -0.0956 C 0.06953 -0.09468 0.06055 -0.09259 0.06055 -0.09236 C 0.05872 -0.09167 0.05677 -0.09051 0.05482 -0.08958 C 0.05286 -0.08889 0.05078 -0.08912 0.04896 -0.08819 C 0.04753 -0.0875 0.04622 -0.08611 0.04479 -0.08519 C 0.04193 -0.07755 0.04453 -0.08287 0.03893 -0.07778 C 0.03242 -0.07199 0.04023 -0.07708 0.03398 -0.07338 C 0.03281 -0.07176 0.0319 -0.06991 0.0306 -0.06898 C 0.02695 -0.06574 0.02383 -0.06551 0.01979 -0.06435 C 0.01445 -0.06134 0.02018 -0.06551 0.01471 -0.05856 C 0.01198 -0.05509 0.01172 -0.05625 0.00898 -0.05417 C 0.00781 -0.05324 0.00677 -0.05208 0.0056 -0.05116 C 0.00078 -0.03843 0.00716 -0.05347 0.00143 -0.04514 C 0.00065 -0.04398 0.00039 -0.04213 -0.00026 -0.04074 C -0.00052 -0.03889 -0.00039 -0.03634 -0.00104 -0.03472 C -0.00156 -0.03356 -0.00312 -0.03472 -0.00352 -0.03333 C -0.0043 -0.03125 -0.00417 -0.02847 -0.00443 -0.02593 C -0.00586 -0.00694 -0.00417 -0.01667 -0.00599 -0.00671 C -0.00573 -0.00162 -0.0056 0.00324 -0.00521 0.0081 C -0.00482 0.01296 -0.00469 0.01898 -0.00273 0.02292 C -0.00208 0.02431 -0.00104 0.025 -0.00026 0.02593 C -2.08333E-7 0.02731 -2.08333E-7 0.02917 0.00065 0.03032 C 0.00117 0.03171 0.0026 0.03194 0.00313 0.03333 C 0.00638 0.04259 0.00273 0.04213 0.0056 0.04213 L -0.00195 0.00671 L -0.00195 0.00694 " pathEditMode="relative" rAng="0" ptsTypes="AAAAAAAAAAAAAAAAAAAAAAAAAAAAAAAAAAAAAAAAAAAAAAAAAAAAAAAAAAAAAAAAAAAAAAAAAAAAAAAAAA">
                                      <p:cBhvr>
                                        <p:cTn id="6" dur="9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250" y="-3935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repeatCount="indefinite" accel="10000" decel="11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24 -0.00764 L 0.00924 -0.00741 C 0.01041 -0.0037 0.01093 0.00093 0.01263 0.00417 C 0.01354 0.00625 0.01549 0.00556 0.01679 0.00718 C 0.01757 0.0081 0.01744 0.01088 0.01849 0.01157 C 0.02135 0.01366 0.02461 0.01343 0.0276 0.01458 C 0.02877 0.01505 0.02981 0.01574 0.03099 0.01597 C 0.04909 0.0213 0.02903 0.01435 0.04179 0.01898 C 0.0457 0.02361 0.0427 0.02083 0.04765 0.02338 C 0.05586 0.02778 0.04922 0.02546 0.05755 0.02778 C 0.06172 0.03518 0.0582 0.03079 0.0651 0.0338 C 0.06679 0.03449 0.06849 0.03565 0.07005 0.03681 C 0.07096 0.03727 0.07174 0.03796 0.07265 0.03819 L 0.07682 0.03981 L 0.13346 0.03819 C 0.13489 0.03819 0.13619 0.03704 0.13763 0.03681 C 0.14205 0.03588 0.15989 0.03426 0.16341 0.0338 C 0.17448 0.02893 0.15859 0.03542 0.18672 0.03079 C 0.19635 0.02917 0.19036 0.0287 0.19674 0.025 C 0.20234 0.02153 0.20364 0.02222 0.20924 0.02037 C 0.21132 0.01991 0.21679 0.01806 0.21849 0.01597 C 0.21927 0.01505 0.22005 0.01412 0.22096 0.01296 C 0.222 0.01157 0.22304 0.00972 0.22422 0.00856 C 0.22578 0.00718 0.22929 0.00556 0.22929 0.00579 C 0.23073 0.00301 0.23229 -0.00023 0.23424 -0.00185 C 0.23528 -0.00255 0.23645 -0.00255 0.23763 -0.00324 C 0.2388 -0.00394 0.23984 -0.00509 0.24088 -0.00625 C 0.24244 -0.01412 0.24088 -0.00787 0.24505 -0.01667 C 0.24596 -0.01852 0.24648 -0.02083 0.24765 -0.02245 C 0.25677 -0.03657 0.24466 -0.01296 0.25429 -0.02986 C 0.25494 -0.03102 0.25534 -0.03287 0.25599 -0.03426 C 0.25677 -0.03634 0.25755 -0.03819 0.25846 -0.04028 C 0.25872 -0.04213 0.2595 -0.04838 0.26015 -0.05069 C 0.26054 -0.05208 0.26132 -0.05347 0.26172 -0.05509 C 0.26211 -0.05648 0.26237 -0.05787 0.26263 -0.05949 C 0.26328 -0.06435 0.26367 -0.06944 0.26432 -0.07431 C 0.26367 -0.07917 0.26393 -0.08472 0.26263 -0.08912 C 0.26198 -0.09097 0.26015 -0.08935 0.25924 -0.09051 C 0.25859 -0.09144 0.25872 -0.09352 0.25846 -0.09491 C 0.25742 -0.09907 0.25625 -0.10301 0.25507 -0.10694 L 0.25338 -0.11273 C 0.25286 -0.11482 0.25273 -0.11736 0.25182 -0.11875 L 0.24922 -0.12176 C 0.24843 -0.12616 0.24856 -0.12755 0.24596 -0.13056 C 0.24388 -0.13287 0.23932 -0.13634 0.23932 -0.13611 C 0.23841 -0.13843 0.2375 -0.14028 0.23672 -0.14236 C 0.23606 -0.14421 0.23593 -0.14676 0.23515 -0.14838 C 0.2345 -0.14931 0.23346 -0.14931 0.23255 -0.14977 C 0.23203 -0.15185 0.2319 -0.1544 0.23099 -0.15579 C 0.22981 -0.15718 0.22812 -0.15648 0.22682 -0.15718 C 0.22552 -0.15787 0.22461 -0.15926 0.22343 -0.16019 C 0.22148 -0.16181 0.21953 -0.16319 0.21757 -0.16458 C 0.21497 -0.16644 0.21172 -0.16736 0.20924 -0.1706 C 0.20703 -0.17338 0.2069 -0.17616 0.20429 -0.17801 C 0.19479 -0.18403 0.18229 -0.18171 0.17343 -0.18241 C 0.17265 -0.18333 0.17187 -0.18472 0.17096 -0.18542 C 0.16927 -0.18634 0.16757 -0.18657 0.16588 -0.18681 C 0.15872 -0.1875 0.15143 -0.18773 0.14427 -0.18819 C 0.1431 -0.18866 0.14205 -0.18935 0.14088 -0.18982 C 0.13932 -0.19028 0.13763 -0.19051 0.13593 -0.1912 C 0.13502 -0.19167 0.13424 -0.19213 0.13346 -0.19259 L 0.08763 -0.1912 C 0.08554 -0.1912 0.08255 -0.18866 0.08099 -0.18681 C 0.07968 -0.18542 0.0789 -0.1831 0.0776 -0.18241 C 0.07239 -0.17917 0.06276 -0.1787 0.05755 -0.17801 C 0.0552 -0.17708 0.05247 -0.17616 0.05013 -0.175 C 0.04843 -0.17407 0.04687 -0.17222 0.04505 -0.17199 L 0.02838 -0.1706 C 0.02734 -0.16991 0.02617 -0.16991 0.02513 -0.16898 C 0.02356 -0.16782 0.02226 -0.1662 0.02096 -0.16458 C 0.02005 -0.16366 0.0194 -0.16227 0.01849 -0.16157 C 0.01679 -0.16042 0.01484 -0.16042 0.01341 -0.15857 C 0.01263 -0.15764 0.01172 -0.15671 0.01093 -0.15579 C 0.00976 -0.15417 0.00885 -0.15232 0.00755 -0.15116 C 0.00651 -0.15046 0.00534 -0.15023 0.00429 -0.14977 L -0.00235 -0.14097 C -0.00352 -0.13935 -0.00482 -0.13819 -0.00573 -0.13634 C -0.0069 -0.13449 -0.00782 -0.13218 -0.00912 -0.13056 C -0.01042 -0.1287 -0.01185 -0.12755 -0.01328 -0.12616 C -0.01563 -0.12338 -0.01667 -0.12199 -0.01901 -0.11875 C -0.01966 -0.1162 -0.02019 -0.11366 -0.02071 -0.11134 C -0.02123 -0.10926 -0.02214 -0.10741 -0.0224 -0.10532 C -0.02292 -0.10162 -0.02292 -0.09745 -0.02318 -0.09352 C -0.02292 -0.08657 -0.02279 -0.07963 -0.0224 -0.07292 C -0.02227 -0.07083 -0.02214 -0.06875 -0.02162 -0.0669 C -0.02071 -0.06366 -0.01914 -0.06111 -0.01823 -0.0581 C -0.01615 -0.05046 -0.01758 -0.05324 -0.01407 -0.04907 C -0.01042 -0.03935 -0.01472 -0.05023 -0.0099 -0.04028 C -0.00899 -0.03843 -0.00834 -0.03611 -0.00743 -0.03426 C -0.00039 -0.01991 -0.00977 -0.0412 -0.00235 -0.02384 C -0.00144 -0.01875 -0.00209 -0.01921 0.00091 -0.01667 C 0.00117 -0.01644 0.00143 -0.01667 0.00182 -0.01667 L -0.00821 -0.02986 " pathEditMode="relative" rAng="0" ptsTypes="AAAAAAAAAAAAAAAAAAAAAAAAAAAAAAAAAAAAAAAAAAAAAAAAAAAAAAAAAAAAAAAAAAAAAAAAAAAAAAAAAAAAAAAAAAAAA">
                                      <p:cBhvr>
                                        <p:cTn id="8" dur="1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33" y="-687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repeatCount="indefinite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0.03704 L -3.125E-6 0.03727 C 0.00131 0.04028 0.00287 0.04352 0.00417 0.04723 C 0.00482 0.04954 0.00521 0.05232 0.00573 0.05463 C 0.00612 0.05625 0.00625 0.05787 0.00664 0.05926 C 0.00729 0.06135 0.00808 0.06343 0.00912 0.06505 C 0.01172 0.06922 0.01446 0.0713 0.01745 0.07408 C 0.02722 0.09561 0.01524 0.0713 0.02409 0.08426 C 0.02487 0.08542 0.02487 0.08797 0.02578 0.08889 C 0.02735 0.09005 0.02917 0.08959 0.03073 0.09028 C 0.03164 0.09051 0.03243 0.09144 0.03334 0.09167 C 0.03516 0.09237 0.03724 0.09283 0.03907 0.09329 C 0.04076 0.09422 0.04258 0.09491 0.04414 0.0963 C 0.04701 0.09862 0.04857 0.10186 0.05157 0.10371 C 0.053 0.1044 0.05443 0.1044 0.05573 0.1051 C 0.05664 0.10556 0.05743 0.10602 0.05834 0.10649 C 0.05873 0.10695 0.06315 0.1132 0.06407 0.11389 C 0.06524 0.11482 0.06641 0.11482 0.06745 0.11551 C 0.06836 0.11598 0.06914 0.11644 0.06993 0.1169 C 0.07019 0.11852 0.07019 0.12037 0.07084 0.1213 C 0.07136 0.12246 0.0724 0.12246 0.07331 0.12292 C 0.07552 0.12385 0.07774 0.12454 0.07995 0.12593 C 0.08073 0.12639 0.08164 0.12709 0.08243 0.12732 C 0.08737 0.12894 0.09271 0.12894 0.0974 0.13172 C 0.10313 0.13519 0.09909 0.13311 0.1099 0.13473 C 0.11107 0.13519 0.11224 0.13542 0.11328 0.13612 C 0.11446 0.13704 0.1155 0.1382 0.11667 0.13912 C 0.11745 0.13982 0.11823 0.14005 0.11914 0.14074 C 0.11966 0.14213 0.11993 0.14422 0.12084 0.14514 C 0.12227 0.14653 0.12409 0.1463 0.12578 0.14653 C 0.12969 0.14723 0.1336 0.14746 0.1375 0.14815 L 0.17657 0.14653 C 0.17943 0.1463 0.18216 0.1463 0.1849 0.14514 C 0.19545 0.14074 0.17526 0.1419 0.19245 0.14074 C 0.20443 0.13982 0.21628 0.13959 0.22826 0.13912 C 0.22995 0.13866 0.23164 0.1382 0.23334 0.13774 C 0.23438 0.13727 0.23542 0.13658 0.23659 0.13612 C 0.23907 0.13542 0.24167 0.13519 0.24414 0.13473 C 0.2474 0.13334 0.25078 0.13149 0.25417 0.13033 C 0.25547 0.12987 0.2569 0.1294 0.25834 0.12871 C 0.26211 0.12709 0.25964 0.12732 0.26407 0.12431 C 0.26654 0.12269 0.26927 0.12199 0.27162 0.11991 C 0.27383 0.11783 0.27591 0.11551 0.27826 0.11389 C 0.27969 0.11297 0.28112 0.11227 0.28243 0.11112 C 0.28334 0.11019 0.28399 0.1088 0.2849 0.10811 C 0.28659 0.10672 0.28998 0.1051 0.28998 0.10533 C 0.29154 0.09653 0.28946 0.10394 0.29493 0.09769 C 0.29766 0.09468 0.29961 0.08982 0.30248 0.08727 C 0.31172 0.07894 0.3 0.08889 0.30912 0.08287 C 0.31029 0.08218 0.31133 0.08079 0.3125 0.07987 C 0.3142 0.07084 0.31172 0.07963 0.31745 0.07246 C 0.31823 0.07153 0.31836 0.06922 0.31914 0.06806 C 0.32032 0.06621 0.32188 0.06505 0.32331 0.06366 C 0.32409 0.06158 0.32474 0.05949 0.32578 0.05764 C 0.33373 0.04352 0.32552 0.06158 0.33073 0.04885 C 0.33243 0.04468 0.33581 0.03704 0.33581 0.03727 C 0.33868 0.0213 0.33672 0.02732 0.34076 0.0176 C 0.34102 0.01621 0.34167 0.01482 0.34167 0.0132 C 0.34167 0.00348 0.34063 0.00463 0.33998 -0.00301 C 0.33959 -0.00694 0.33946 -0.01111 0.33907 -0.01481 C 0.33894 -0.01689 0.33854 -0.01875 0.33828 -0.02083 C 0.33789 -0.02384 0.33776 -0.02685 0.3375 -0.02963 C 0.33724 -0.03125 0.33724 -0.0331 0.33659 -0.03426 C 0.33594 -0.03518 0.3349 -0.03518 0.33412 -0.03564 C 0.33295 -0.04166 0.33269 -0.04629 0.32995 -0.05046 C 0.32904 -0.05185 0.32774 -0.05231 0.32657 -0.05347 C 0.32461 -0.05532 0.32266 -0.05717 0.32084 -0.05926 C 0.31979 -0.06064 0.31927 -0.0625 0.31823 -0.06388 C 0.31641 -0.0662 0.31446 -0.06713 0.3125 -0.06828 C 0.31159 -0.06967 0.31094 -0.07176 0.3099 -0.07268 C 0.30873 -0.07384 0.30716 -0.07361 0.30573 -0.07407 C 0.30469 -0.07453 0.30352 -0.07523 0.30248 -0.07569 C 0.30209 -0.07615 0.29558 -0.08518 0.29323 -0.0875 C 0.29219 -0.08865 0.29102 -0.08958 0.28998 -0.09051 C 0.28933 -0.09189 0.28907 -0.09398 0.28828 -0.0949 C 0.28737 -0.09606 0.28594 -0.0956 0.2849 -0.09629 C 0.28321 -0.09768 0.28151 -0.09907 0.27995 -0.10092 C 0.27891 -0.10208 0.27839 -0.10416 0.27748 -0.10532 C 0.27513 -0.10833 0.27344 -0.10856 0.27084 -0.10972 C 0.26966 -0.11111 0.26862 -0.11296 0.26745 -0.11412 C 0.26719 -0.11435 0.26185 -0.11828 0.26081 -0.11851 C 0.2586 -0.11944 0.25638 -0.11967 0.25417 -0.12013 C 0.25274 -0.12106 0.25118 -0.12176 0.25 -0.12314 C 0.24896 -0.12407 0.24844 -0.12662 0.2474 -0.12754 C 0.24623 -0.1287 0.24466 -0.1287 0.24323 -0.12893 C 0.2375 -0.12986 0.23164 -0.13009 0.22578 -0.13055 C 0.22435 -0.13101 0.22305 -0.13171 0.22162 -0.13194 C 0.21602 -0.13287 0.21042 -0.13217 0.20495 -0.13333 C 0.20378 -0.13379 0.20274 -0.13564 0.20157 -0.13634 C 0.19258 -0.14236 0.20417 -0.13263 0.19493 -0.14074 L 0.17578 -0.13935 C 0.16602 -0.13888 0.15625 -0.13912 0.14662 -0.13796 C 0.11901 -0.13402 0.16589 -0.13541 0.13998 -0.13333 C 0.12774 -0.13263 0.1155 -0.1324 0.10326 -0.13194 C 0.10131 -0.13148 0.09935 -0.13125 0.0974 -0.13055 C 0.09519 -0.12963 0.09297 -0.1287 0.09076 -0.12754 C 0.08998 -0.12708 0.0892 -0.12638 0.08828 -0.12592 C 0.08555 -0.125 0.08269 -0.12407 0.07995 -0.12314 C 0.07878 -0.12268 0.07774 -0.12222 0.07657 -0.12152 C 0.07578 -0.12106 0.075 -0.12037 0.07409 -0.12013 C 0.07136 -0.11921 0.06784 -0.11898 0.06498 -0.11713 C 0.05912 -0.11319 0.06394 -0.11551 0.05912 -0.11111 C 0.05677 -0.10902 0.05313 -0.10902 0.05078 -0.10833 C 0.04935 -0.10787 0.04805 -0.10717 0.04662 -0.10671 C 0.04558 -0.10532 0.04453 -0.10347 0.04323 -0.10231 C 0.04258 -0.10162 0.04167 -0.10138 0.04076 -0.10092 C 0.03946 -0.1 0.03802 -0.09884 0.03659 -0.09791 C 0.03529 -0.09537 0.03412 -0.09236 0.03243 -0.09051 C 0.03112 -0.08888 0.02604 -0.0868 0.02409 -0.08611 C 0.02279 -0.08402 0.02149 -0.08171 0.01993 -0.08009 C 0.01407 -0.0743 0.01901 -0.08449 0.01328 -0.07407 C 0.01237 -0.07245 0.01172 -0.07013 0.01081 -0.06828 C 0.01003 -0.06666 0.00899 -0.06551 0.00834 -0.06388 C 0.00573 -0.05833 0.00743 -0.05879 0.00326 -0.05347 C 0.00261 -0.05254 0.00157 -0.05254 0.00078 -0.05185 C 0.00052 -0.05 0.00065 -0.04768 -3.125E-6 -0.04606 C -0.00065 -0.04444 -0.00182 -0.04444 -0.0026 -0.04305 C -0.00325 -0.04189 -0.00364 -0.04004 -0.00416 -0.03865 C -0.00442 -0.03611 -0.00468 -0.03356 -0.00507 -0.03125 C -0.00521 -0.02963 -0.00573 -0.02824 -0.00586 -0.02685 C -0.00651 -0.02129 -0.0069 -0.01597 -0.00755 -0.01041 C -0.00794 -0.00763 -0.00963 -0.00069 -0.01002 0.00139 C -0.01041 0.00324 -0.01054 0.00533 -0.0108 0.00741 C -0.01002 0.0088 -0.00911 0.00996 -0.00833 0.01181 C -0.00677 0.01574 -0.00703 0.01852 -0.00507 0.02223 C -0.00377 0.02431 -0.00208 0.0257 -0.00091 0.02801 C 0.00157 0.03218 0.00026 0.03218 0.00157 0.03704 C 0.00209 0.03843 0.00248 0.04028 0.00326 0.04144 C 0.00612 0.04537 0.00573 0.04051 0.00573 0.04445 L 0.00417 0.0132 " pathEditMode="relative" rAng="0" ptsTypes="AAAAAAAAAAAAAAAAAAAAAAAAAAAAAAAAAAAAAAAAAAAAAAAAAAAAAAAAAAAAAAAAAAAAAAAAAAAAAAAAAAAAAAAAAAAAAAAAAAAAAAAAAAAAAAAAAAAAAAAAAAAAAAAAAA">
                                      <p:cBhvr>
                                        <p:cTn id="10" dur="9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536" y="-333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repeatCount="indefinite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82 0.01528 L -0.00482 0.01528 C -0.0056 0.01921 -0.00664 0.02292 -0.00729 0.02708 C -0.00768 0.0294 -0.00885 0.04144 -0.00898 0.04329 C -0.00781 0.0581 -0.00729 0.07315 -0.0056 0.08773 C -0.00534 0.09051 -0.0039 0.09259 -0.00312 0.09514 C 0.00156 0.11204 -0.00651 0.0963 0.00847 0.12176 C 0.01055 0.12523 0.01276 0.12824 0.01524 0.13079 C 0.03607 0.15185 0.01029 0.12199 0.02266 0.13657 C 0.025 0.14306 0.02565 0.14491 0.0293 0.15139 C 0.03008 0.15278 0.03112 0.15324 0.0319 0.1544 C 0.03724 0.1625 0.03138 0.15509 0.03685 0.16482 C 0.0375 0.1662 0.03854 0.1669 0.03933 0.16782 C 0.03985 0.16921 0.04024 0.17107 0.04102 0.17222 C 0.04505 0.17847 0.04518 0.17778 0.04935 0.17963 C 0.05013 0.18056 0.05091 0.18194 0.05183 0.18264 C 0.05638 0.18588 0.05808 0.18542 0.06263 0.18704 C 0.0638 0.1875 0.06485 0.18819 0.06602 0.18843 C 0.06745 0.18912 0.06875 0.18958 0.07018 0.19005 C 0.07448 0.19444 0.08008 0.20069 0.08438 0.20324 C 0.08516 0.20394 0.08594 0.20463 0.08685 0.20486 C 0.08933 0.20556 0.0918 0.20579 0.0944 0.20625 C 0.09597 0.20741 0.09766 0.20857 0.09935 0.20926 C 0.1069 0.21273 0.1017 0.20903 0.10847 0.21227 C 0.11016 0.21296 0.11185 0.21435 0.11354 0.21528 C 0.11667 0.2169 0.11849 0.21713 0.12188 0.21806 C 0.12735 0.22454 0.12604 0.22384 0.13685 0.22708 C 0.13893 0.22778 0.14584 0.22986 0.14766 0.23009 C 0.15378 0.23079 0.1599 0.23102 0.16602 0.23148 C 0.16771 0.23194 0.16927 0.2331 0.17097 0.2331 C 0.18151 0.2331 0.19206 0.23241 0.20261 0.23148 C 0.20469 0.23125 0.20651 0.23056 0.20847 0.23009 C 0.21094 0.2294 0.21354 0.22894 0.21602 0.22847 C 0.21823 0.22708 0.22031 0.225 0.22266 0.22407 C 0.22565 0.22292 0.22878 0.22315 0.23177 0.22269 C 0.23347 0.22222 0.23516 0.2213 0.23685 0.22107 C 0.24128 0.22037 0.24571 0.22037 0.25013 0.21968 C 0.25482 0.21898 0.25755 0.21852 0.26185 0.21667 C 0.26406 0.21574 0.26628 0.21458 0.26849 0.21366 C 0.27214 0.2125 0.2793 0.21134 0.28268 0.21065 C 0.28347 0.21019 0.28425 0.20949 0.28516 0.20926 C 0.29141 0.20694 0.29922 0.20694 0.30521 0.20625 C 0.32656 0.19676 0.30326 0.20787 0.32591 0.19444 C 0.32735 0.19375 0.32878 0.19352 0.33008 0.19306 C 0.33242 0.19213 0.33685 0.19005 0.33685 0.19005 C 0.33763 0.18912 0.33841 0.18796 0.33933 0.18704 C 0.34479 0.18125 0.34909 0.17732 0.35508 0.17222 C 0.35703 0.1706 0.35912 0.16944 0.36094 0.16782 C 0.36328 0.16597 0.36537 0.16366 0.36758 0.16181 C 0.36953 0.16042 0.37162 0.15903 0.37344 0.15741 C 0.37604 0.15509 0.37839 0.15232 0.38099 0.15 C 0.38255 0.14838 0.38451 0.14769 0.38594 0.1456 C 0.38815 0.14259 0.3918 0.13519 0.3918 0.13519 C 0.39323 0.125 0.39154 0.13287 0.39597 0.12338 C 0.39779 0.11944 0.39896 0.11505 0.40091 0.11157 C 0.40261 0.10857 0.40456 0.10602 0.40599 0.10255 C 0.40742 0.09907 0.40821 0.09468 0.40925 0.09074 C 0.41211 0.06574 0.41107 0.07847 0.40677 0.02708 C 0.40586 0.0162 0.40482 0.01482 0.40183 0.00787 C 0.39727 -0.01643 0.40521 0.02083 0.38841 -0.01898 C 0.38763 -0.02083 0.38685 -0.02292 0.38594 -0.02477 C 0.38464 -0.02755 0.38295 -0.0294 0.38177 -0.03218 C 0.38099 -0.03403 0.38086 -0.03634 0.38008 -0.03819 C 0.37839 -0.04236 0.37539 -0.04514 0.37344 -0.04861 C 0.37253 -0.05023 0.37214 -0.05301 0.37097 -0.0544 C 0.36667 -0.05972 0.35977 -0.06343 0.35508 -0.06782 C 0.33555 -0.08634 0.36198 -0.06412 0.34597 -0.07662 C 0.34479 -0.07755 0.34388 -0.07917 0.34258 -0.07963 C 0.34024 -0.08056 0.33763 -0.08056 0.33516 -0.08102 C 0.33373 -0.08148 0.33242 -0.08218 0.33099 -0.08264 C 0.32656 -0.0838 0.32201 -0.08426 0.31758 -0.08565 C 0.31485 -0.08634 0.31211 -0.08727 0.30938 -0.08843 C 0.29245 -0.09606 0.31459 -0.08796 0.30013 -0.09306 C 0.29844 -0.09491 0.29688 -0.09722 0.29518 -0.09884 C 0.29414 -0.09977 0.29297 -0.09977 0.2918 -0.10046 C 0.28477 -0.10393 0.29531 -0.10093 0.2793 -0.10324 C 0.26797 -0.11343 0.27696 -0.10625 0.24935 -0.11227 C 0.23503 -0.11528 0.24818 -0.11204 0.23594 -0.11528 C 0.23516 -0.11574 0.23438 -0.11643 0.23347 -0.11667 C 0.23021 -0.11782 0.22344 -0.11968 0.22344 -0.11968 C 0.22214 -0.12106 0.22084 -0.12315 0.21927 -0.12407 C 0.21237 -0.12778 0.19883 -0.12338 0.19427 -0.12268 C 0.17852 -0.1169 0.19571 -0.12268 0.15599 -0.11968 C 0.1543 -0.11944 0.15274 -0.11852 0.15104 -0.11806 C 0.14909 -0.11759 0.14714 -0.1169 0.14518 -0.11667 C 0.13985 -0.11597 0.13464 -0.11574 0.1293 -0.11528 C 0.10534 -0.10972 0.11641 -0.11343 0.09597 -0.10486 C 0.09154 -0.10093 0.08724 -0.09653 0.08268 -0.09306 C 0.08138 -0.0919 0.07982 -0.09236 0.07852 -0.09143 C 0.07696 -0.09051 0.07578 -0.08819 0.07435 -0.08704 C 0.07331 -0.08611 0.07214 -0.08611 0.07097 -0.08565 C 0.07018 -0.08518 0.06927 -0.08472 0.06849 -0.08403 C 0.06459 -0.08125 0.06081 -0.07778 0.0569 -0.07523 C 0.05443 -0.07361 0.04896 -0.07176 0.04597 -0.07083 C 0.04206 -0.06574 0.03672 -0.0581 0.0319 -0.05602 L 0.02852 -0.0544 C 0.02227 -0.04329 0.02774 -0.05231 0.0168 -0.03819 C 0.0112 -0.03079 0.01472 -0.03356 0.01016 -0.03079 C 0.00938 -0.0287 0.00847 -0.02685 0.00768 -0.02477 C 0.00703 -0.02292 0.00677 -0.0206 0.00599 -0.01898 C 0.00534 -0.01759 0.0043 -0.0169 0.00352 -0.01597 C 0.00143 -0.00486 0.0043 -0.01852 0.00104 -0.00694 C -0.00091 -0.00046 0.00156 -0.00463 -0.00143 0.00185 C -0.00221 0.00347 -0.00325 0.00463 -0.00403 0.00625 C -0.00547 0.00926 -0.00677 0.01227 -0.0082 0.01528 C -0.00872 0.01806 -0.00898 0.0213 -0.00976 0.02407 C -0.01041 0.02593 -0.01159 0.02685 -0.01237 0.02847 C -0.01484 0.0338 -0.01471 0.03426 -0.0164 0.04028 C -0.01614 0.04537 -0.0164 0.05046 -0.01562 0.05509 C -0.01523 0.05764 -0.01393 0.05903 -0.01315 0.06111 C -0.00898 0.07153 -0.01133 0.06736 -0.00898 0.07153 L -0.00403 0.00787 " pathEditMode="relative" ptsTypes="AAAAAAAAAAAAAAAAAAAAAAAAAAAAAAAAAAAAAAAAAAAAAAAAAAAAAAAAAAAAAAAAAAAAAAAAAAAAAAAAAAAAAAAAAAAAAAAAAAAAAAAAAAAAAAAA">
                                      <p:cBhvr>
                                        <p:cTn id="12" dur="1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repeatCount="indefinite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6 0.04815 L 0.0026 0.04815 C 0.00338 0.05186 0.00364 0.05625 0.00508 0.0595 C 0.00573 0.06112 0.00729 0.05973 0.0082 0.06088 C 0.00937 0.06227 0.00963 0.06505 0.01067 0.06667 C 0.01159 0.06806 0.01289 0.06829 0.0138 0.06945 C 0.01471 0.07061 0.01536 0.07223 0.01627 0.07362 C 0.01758 0.08311 0.01601 0.07639 0.02018 0.08496 C 0.02083 0.08635 0.02096 0.08843 0.02174 0.08936 C 0.02265 0.09028 0.02396 0.09005 0.025 0.09075 C 0.02604 0.09144 0.02708 0.0926 0.02812 0.09352 C 0.0345 0.10487 0.03125 0.10232 0.03698 0.10487 C 0.03802 0.10579 0.03919 0.10672 0.0401 0.10764 C 0.04179 0.1095 0.04323 0.11181 0.04492 0.11343 C 0.04856 0.1169 0.04635 0.11227 0.04974 0.1176 C 0.05169 0.12084 0.05286 0.12616 0.05534 0.12755 C 0.05612 0.12801 0.0569 0.12848 0.05768 0.12894 C 0.05885 0.12987 0.05976 0.13125 0.06093 0.13172 C 0.06224 0.13264 0.06354 0.13264 0.06484 0.13334 C 0.06653 0.13403 0.0681 0.13519 0.06966 0.13612 C 0.0763 0.14561 0.0707 0.13913 0.07929 0.14468 C 0.08034 0.14538 0.08138 0.14653 0.08242 0.14746 C 0.08437 0.14885 0.08606 0.14931 0.08802 0.15024 C 0.0888 0.1507 0.08958 0.15139 0.09036 0.15163 C 0.09531 0.15394 0.10338 0.1551 0.10716 0.15602 C 0.10937 0.15695 0.11172 0.15672 0.11354 0.1588 C 0.11549 0.16112 0.11614 0.16227 0.11836 0.16297 C 0.12044 0.16366 0.12265 0.16389 0.12474 0.16436 C 0.12916 0.16968 0.12552 0.16644 0.13346 0.16875 C 0.13463 0.16899 0.13567 0.16968 0.13672 0.17014 C 0.13854 0.17061 0.14049 0.17107 0.14231 0.17153 C 0.15078 0.18149 0.14336 0.17385 0.16627 0.1757 C 0.17044 0.17616 0.17474 0.17663 0.17903 0.17709 L 0.18385 0.17871 C 0.18515 0.17894 0.18646 0.17987 0.18776 0.1801 C 0.19231 0.18079 0.19687 0.18102 0.2013 0.18149 C 0.20247 0.18195 0.20364 0.18195 0.20455 0.18288 C 0.21289 0.19144 0.20182 0.18403 0.20937 0.18866 C 0.21224 0.18797 0.21523 0.18774 0.2181 0.18704 C 0.2194 0.18681 0.22083 0.18635 0.22213 0.18565 C 0.22291 0.18542 0.2237 0.1845 0.22448 0.18426 C 0.2306 0.18357 0.23672 0.18334 0.24284 0.18288 C 0.24713 0.18241 0.2513 0.18195 0.2556 0.18149 C 0.25833 0.18056 0.26015 0.17987 0.26276 0.17871 C 0.26354 0.17825 0.26445 0.17778 0.26523 0.17709 L 0.2763 0.17871 C 0.27929 0.17894 0.28216 0.17963 0.28515 0.1801 C 0.29075 0.18056 0.29635 0.18102 0.30195 0.18149 C 0.3069 0.18102 0.31211 0.18125 0.31705 0.1801 C 0.31862 0.17963 0.32083 0.17431 0.32187 0.17292 C 0.32278 0.17176 0.32396 0.17084 0.325 0.17014 C 0.32786 0.16829 0.33086 0.16829 0.33385 0.16737 C 0.33567 0.16644 0.3375 0.16528 0.33945 0.16436 C 0.34023 0.16343 0.34101 0.16274 0.34179 0.16158 C 0.34245 0.16065 0.34271 0.15926 0.34336 0.1588 C 0.34466 0.15788 0.34609 0.15788 0.34739 0.15741 C 0.3487 0.15649 0.35 0.15533 0.35143 0.1544 C 0.35586 0.15186 0.36015 0.15232 0.36497 0.15163 C 0.36875 0.14908 0.37226 0.14653 0.37617 0.14468 C 0.37721 0.14399 0.37825 0.14375 0.37929 0.14306 C 0.38606 0.13866 0.37929 0.14167 0.38489 0.13889 C 0.38685 0.13797 0.3914 0.13635 0.39284 0.13473 C 0.40351 0.122 0.38776 0.14028 0.39765 0.13033 C 0.39935 0.12871 0.40078 0.12639 0.40247 0.12477 C 0.40429 0.12292 0.40612 0.12084 0.40807 0.11899 C 0.41015 0.11713 0.41237 0.11551 0.41445 0.11343 C 0.41771 0.11019 0.41731 0.1088 0.42083 0.10348 C 0.42174 0.10186 0.42291 0.10047 0.42396 0.09931 C 0.42643 0.09653 0.42851 0.09561 0.43112 0.09352 C 0.43229 0.0926 0.43333 0.0919 0.43437 0.09075 C 0.43606 0.08866 0.4375 0.08565 0.43919 0.08357 C 0.4401 0.08241 0.4414 0.08195 0.44231 0.08079 C 0.44297 0.0801 0.44349 0.07917 0.44388 0.07801 C 0.44726 0.06852 0.44961 0.05811 0.45351 0.04954 C 0.45481 0.04676 0.45625 0.04399 0.45755 0.04098 C 0.46106 0.03218 0.45794 0.03519 0.46224 0.03264 C 0.4651 0.02755 0.46445 0.0294 0.46705 0.01968 C 0.46771 0.0176 0.46784 0.01482 0.46862 0.01274 C 0.46953 0.01042 0.47083 0.00903 0.47187 0.00695 C 0.47239 0.0051 0.47304 0.00348 0.47343 0.00139 C 0.47487 -0.00601 0.475 -0.02569 0.47513 -0.02847 C 0.47474 -0.0375 0.47552 -0.04675 0.47422 -0.05532 C 0.47396 -0.05717 0.47187 -0.05555 0.47109 -0.05671 C 0.46784 -0.06134 0.46224 -0.07245 0.46224 -0.07245 C 0.45924 -0.0831 0.45989 -0.08287 0.45586 -0.09074 C 0.45495 -0.09282 0.4539 -0.0949 0.45273 -0.09652 C 0.45182 -0.09768 0.45052 -0.09814 0.44948 -0.0993 C 0.44648 -0.103 0.44362 -0.10671 0.44075 -0.11064 C 0.43541 -0.11782 0.43867 -0.1155 0.43359 -0.11782 C 0.43307 -0.1206 0.43268 -0.12361 0.43203 -0.12638 C 0.43112 -0.12939 0.42916 -0.13356 0.42721 -0.13472 C 0.42591 -0.13564 0.42448 -0.13564 0.42317 -0.13611 C 0.42057 -0.13726 0.41666 -0.13935 0.41445 -0.1405 C 0.41367 -0.14097 0.41276 -0.1412 0.41198 -0.14189 C 0.39557 -0.15949 0.40416 -0.15555 0.39453 -0.15879 C 0.3875 -0.16574 0.38828 -0.1655 0.38164 -0.17013 C 0.38086 -0.17083 0.38008 -0.17129 0.37929 -0.17175 C 0.37799 -0.17222 0.37669 -0.17268 0.37526 -0.17314 C 0.3664 -0.18101 0.3776 -0.17152 0.36888 -0.17731 C 0.36784 -0.178 0.36679 -0.17939 0.36575 -0.18009 C 0.36445 -0.18125 0.36302 -0.18194 0.36172 -0.1831 C 0.36067 -0.18379 0.35963 -0.18518 0.35859 -0.18587 C 0.35755 -0.18657 0.35638 -0.1868 0.35534 -0.18726 C 0.35429 -0.18865 0.35325 -0.19004 0.35221 -0.19143 C 0.35143 -0.19259 0.35078 -0.19444 0.34974 -0.19444 C 0.34883 -0.19444 0.34817 -0.19236 0.34739 -0.19143 C 0.34505 -0.19189 0.34258 -0.19212 0.34023 -0.19282 C 0.33854 -0.19351 0.33698 -0.1949 0.33541 -0.19583 C 0.33437 -0.19629 0.33333 -0.19675 0.33216 -0.19722 C 0.32513 -0.19976 0.30924 -0.20231 0.30664 -0.20277 C 0.30351 -0.20486 0.30026 -0.20625 0.29713 -0.20856 C 0.29583 -0.20949 0.29453 -0.21064 0.2931 -0.21134 C 0.29179 -0.21203 0.29049 -0.21226 0.28919 -0.21273 C 0.27981 -0.21226 0.27057 -0.21134 0.2612 -0.21134 C 0.25846 -0.21134 0.25586 -0.2125 0.25325 -0.21273 C 0.2487 -0.21342 0.24414 -0.21365 0.23971 -0.21412 C 0.24557 -0.22129 0.24414 -0.21851 0.22851 -0.2155 C 0.22526 -0.21504 0.22213 -0.21365 0.21888 -0.21273 C 0.20117 -0.20231 0.22161 -0.21342 0.17578 -0.20856 C 0.17005 -0.20787 0.16067 -0.20393 0.15429 -0.20138 C 0.15234 -0.19953 0.15052 -0.19768 0.1487 -0.19583 C 0.14791 -0.1949 0.14713 -0.19375 0.14622 -0.19282 C 0.14557 -0.19236 0.14466 -0.19189 0.14388 -0.19143 C 0.14127 -0.19189 0.13841 -0.1912 0.13593 -0.19282 C 0.13515 -0.19328 0.13828 -0.1956 0.1375 -0.19583 C 0.13489 -0.19629 0.13216 -0.1949 0.12955 -0.19444 C 0.12604 -0.19351 0.12265 -0.19236 0.11914 -0.19143 C 0.11705 -0.19097 0.11484 -0.1905 0.11276 -0.19004 C 0.10794 -0.18425 0.11237 -0.18865 0.10325 -0.18587 C 0.09935 -0.18472 0.09765 -0.18356 0.0944 -0.18148 C 0.09205 -0.17847 0.09062 -0.17708 0.0888 -0.17314 C 0.08828 -0.17175 0.08815 -0.16967 0.08724 -0.16875 C 0.0858 -0.16759 0.08398 -0.16782 0.08242 -0.16736 C 0.07552 -0.1706 0.08229 -0.16944 0.0776 -0.16458 C 0.07643 -0.16342 0.075 -0.16365 0.0737 -0.16319 C 0.07265 -0.16365 0.07161 -0.16458 0.07044 -0.16458 C 0.0694 -0.16458 0.06731 -0.16319 0.06731 -0.16319 C 0.06653 -0.1618 0.06588 -0.15995 0.06484 -0.15879 C 0.06367 -0.15763 0.06224 -0.15717 0.06093 -0.15601 C 0.0595 -0.15486 0.0582 -0.15324 0.0569 -0.15185 C 0.05638 -0.15 0.05612 -0.14768 0.05534 -0.14606 C 0.05403 -0.14398 0.04765 -0.13379 0.04414 -0.13194 C 0.04258 -0.13101 0.04088 -0.13125 0.03932 -0.13055 C 0.03854 -0.13009 0.03776 -0.12962 0.03698 -0.12916 C 0.03489 -0.12638 0.03294 -0.12268 0.0306 -0.1206 C 0.02955 -0.11967 0.02838 -0.11898 0.02734 -0.11782 C 0.02617 -0.1162 0.02539 -0.11365 0.02422 -0.11203 C 0.02317 -0.11087 0.022 -0.11041 0.02096 -0.10925 C 0.01901 -0.10717 0.01771 -0.10532 0.01627 -0.10208 C 0.01562 -0.10092 0.0151 -0.0993 0.01458 -0.09791 C 0.01432 -0.0956 0.01458 -0.09282 0.0138 -0.09074 C 0.01315 -0.08888 0.01159 -0.08819 0.01067 -0.08657 C 0.00612 -0.07962 0.01054 -0.08449 0.00508 -0.07939 C 0.00455 -0.07847 0.0039 -0.07777 0.00338 -0.07662 C 0.00234 -0.07384 0.00208 -0.06921 0.00026 -0.06805 L -0.00209 -0.06666 C -0.00274 -0.06435 -0.003 -0.0618 -0.00378 -0.05972 C -0.00417 -0.05856 -0.00495 -0.05787 -0.00534 -0.05671 C -0.00677 -0.05231 -0.0086 -0.04768 -0.00938 -0.04259 C -0.0112 -0.02962 -0.00977 -0.03449 -0.0125 -0.02708 C -0.01315 -0.02337 -0.01367 -0.02106 -0.01407 -0.01712 C -0.01446 -0.01388 -0.01459 -0.01041 -0.01485 -0.00717 C -0.01472 -0.00555 -0.01394 0.00973 -0.0125 0.01135 L -0.00769 0.0169 C -0.00599 0.02153 -0.00495 0.025 -0.00209 0.02825 L 0.00508 0.03681 C 0.0056 0.03866 0.00625 0.04051 0.00664 0.0426 C 0.00703 0.04422 0.00742 0.04815 0.00742 0.04815 L 0.01067 -0.00717 L 0.01067 -0.00717 " pathEditMode="relative" ptsTypes="AAAAAAAAAAAAAAAAAAAAAAAAAAAAAAAAAAAAAAAAAAAAAAAAAAAAAAAAAAAAAAAAAAAAAAAAAAAAAAAAAAAAAAAAAAAAAAAAAAAAAAAAAAAAAAAAAAAAAAAAAAAAAAAAAAAAAAAAAAAAAAAAAAAAAAAAAAAAAAAAAAAAAAAAAA">
                                      <p:cBhvr>
                                        <p:cTn id="14" dur="1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repeatCount="indefinite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24 -0.01782 L 0.00924 -0.01782 C 0.01145 -0.02268 0.01354 -0.02801 0.01588 -0.03264 C 0.01692 -0.03449 0.0181 -0.03565 0.01927 -0.03703 C 0.02213 -0.04051 0.02122 -0.03958 0.02422 -0.04143 C 0.03229 -0.05555 0.022 -0.03889 0.02929 -0.04745 C 0.0302 -0.04861 0.03073 -0.05069 0.03177 -0.05185 C 0.03281 -0.05278 0.03398 -0.05254 0.03515 -0.05324 C 0.04388 -0.05903 0.0332 -0.05393 0.04179 -0.05764 C 0.04257 -0.05879 0.04349 -0.05949 0.04427 -0.06065 C 0.04518 -0.06203 0.0457 -0.06435 0.04674 -0.06504 C 0.0483 -0.06643 0.05013 -0.0662 0.05182 -0.06666 C 0.05781 -0.07315 0.05833 -0.07361 0.06588 -0.08287 C 0.07448 -0.09352 0.06953 -0.09074 0.07682 -0.09328 C 0.07734 -0.09375 0.08346 -0.1 0.08593 -0.10069 C 0.08841 -0.10139 0.09088 -0.10162 0.09349 -0.10208 C 0.11015 -0.10949 0.08606 -0.09884 0.09922 -0.10509 C 0.10143 -0.10625 0.10377 -0.10694 0.10599 -0.1081 C 0.10794 -0.10903 0.10976 -0.11041 0.11172 -0.11111 C 0.11393 -0.1118 0.11627 -0.11203 0.11849 -0.1125 C 0.11979 -0.11296 0.12122 -0.11365 0.12265 -0.11412 C 0.12747 -0.11551 0.13515 -0.11736 0.1401 -0.1199 C 0.14231 -0.12106 0.14466 -0.12245 0.14674 -0.1243 C 0.15143 -0.1287 0.1483 -0.12893 0.1526 -0.13032 C 0.15885 -0.13264 0.16666 -0.13264 0.17265 -0.13333 C 0.17903 -0.1368 0.18528 -0.14074 0.19179 -0.14375 C 0.19401 -0.14467 0.19609 -0.14629 0.19843 -0.14653 C 0.20455 -0.14768 0.21067 -0.14768 0.21679 -0.14815 C 0.23945 -0.15625 0.22382 -0.15115 0.27838 -0.15115 C 0.28567 -0.15115 0.29284 -0.15 0.30013 -0.14953 C 0.30351 -0.14884 0.30911 -0.14768 0.31263 -0.14653 C 0.31393 -0.14629 0.31536 -0.14537 0.31679 -0.14514 C 0.32617 -0.14421 0.33567 -0.14421 0.34505 -0.14375 C 0.34648 -0.14259 0.34791 -0.1419 0.34922 -0.14074 C 0.35013 -0.13981 0.35078 -0.13842 0.35169 -0.13773 C 0.3539 -0.13634 0.35625 -0.13588 0.35846 -0.13472 C 0.35989 -0.13403 0.36119 -0.13264 0.36263 -0.13171 C 0.36484 -0.13055 0.37422 -0.12731 0.37422 -0.12731 C 0.37669 -0.12662 0.37929 -0.12662 0.38177 -0.12592 C 0.3845 -0.125 0.3901 -0.12291 0.3901 -0.12291 C 0.39114 -0.12199 0.39218 -0.12037 0.39336 -0.1199 C 0.40156 -0.1169 0.40247 -0.12153 0.41002 -0.1125 C 0.41093 -0.11157 0.41159 -0.11018 0.41263 -0.10949 C 0.41367 -0.10879 0.41484 -0.10879 0.41588 -0.1081 C 0.41784 -0.10694 0.41979 -0.10532 0.42174 -0.1037 C 0.42513 -0.10092 0.42864 -0.09838 0.43177 -0.09467 C 0.43255 -0.09375 0.43333 -0.09236 0.43424 -0.0919 C 0.43802 -0.08935 0.44205 -0.08796 0.44596 -0.08588 C 0.44869 -0.08287 0.45143 -0.07963 0.45429 -0.07708 C 0.45807 -0.07338 0.45768 -0.075 0.46093 -0.07245 C 0.46484 -0.06967 0.46875 -0.0669 0.47252 -0.06365 C 0.47708 -0.05995 0.4819 -0.05717 0.48593 -0.05185 C 0.49023 -0.04606 0.49948 -0.03449 0.50169 -0.02662 C 0.5026 -0.02361 0.50325 -0.0206 0.50416 -0.01782 C 0.50612 -0.01273 0.50989 -0.01018 0.5125 -0.0074 C 0.51367 -0.00393 0.5151 -0.00069 0.51588 0.00301 C 0.52604 0.04815 0.51354 0.00209 0.52252 0.03403 C 0.52317 0.04699 0.52239 0.05185 0.52669 0.06227 C 0.52773 0.06482 0.52968 0.06597 0.53086 0.06806 C 0.53164 0.06945 0.53203 0.07107 0.53255 0.07269 C 0.53424 0.08472 0.53372 0.07871 0.53255 0.09931 C 0.53242 0.10185 0.53216 0.1044 0.53177 0.10672 C 0.53138 0.10834 0.5306 0.10949 0.53007 0.11111 C 0.52916 0.11366 0.52825 0.11597 0.5276 0.11852 C 0.5263 0.12292 0.52682 0.12523 0.52591 0.13033 C 0.52474 0.13611 0.52409 0.13658 0.52174 0.14074 C 0.52096 0.14491 0.52096 0.1463 0.51927 0.14954 C 0.5177 0.15278 0.51562 0.1551 0.51419 0.15857 C 0.51341 0.16042 0.51276 0.16273 0.51172 0.16435 C 0.5108 0.16621 0.50937 0.16713 0.50833 0.16898 C 0.50742 0.1706 0.50664 0.17269 0.50586 0.17477 C 0.5039 0.18033 0.50286 0.18496 0.5 0.18959 C 0.49674 0.19491 0.49479 0.19584 0.49088 0.19861 C 0.48932 0.20718 0.49127 0.19931 0.48593 0.2088 C 0.48034 0.21875 0.48841 0.20834 0.48177 0.21621 C 0.47682 0.21343 0.4789 0.21343 0.47174 0.22222 C 0.47044 0.22385 0.46953 0.22639 0.46836 0.22824 C 0.46757 0.2294 0.46666 0.22986 0.46588 0.23102 C 0.46458 0.23334 0.46393 0.23635 0.46263 0.23843 C 0.46159 0.24005 0.46015 0.24005 0.45924 0.24144 C 0.45195 0.25185 0.45703 0.24861 0.45013 0.25486 C 0.44935 0.25556 0.44843 0.25602 0.44752 0.25625 C 0.43893 0.25857 0.43034 0.26019 0.42174 0.26227 C 0.41679 0.26713 0.41185 0.27222 0.40677 0.27709 C 0.40052 0.28287 0.4026 0.28033 0.39752 0.28287 C 0.38932 0.28727 0.39583 0.28496 0.38763 0.2875 L 0.38086 0.2919 C 0.38007 0.29236 0.37929 0.29306 0.37838 0.29329 C 0.37682 0.29398 0.37513 0.29422 0.37343 0.29491 C 0.372 0.29514 0.37057 0.29584 0.36927 0.2963 C 0.36757 0.29676 0.36588 0.29699 0.36419 0.29769 C 0.36145 0.29908 0.35872 0.30116 0.35586 0.30232 C 0.35208 0.30371 0.34817 0.30394 0.34427 0.3051 C 0.3431 0.30556 0.34205 0.30625 0.34088 0.30672 C 0.32981 0.30972 0.32734 0.30972 0.31679 0.31111 C 0.30703 0.3169 0.31588 0.31204 0.29179 0.31412 C 0.28229 0.31482 0.27747 0.31574 0.26836 0.31713 C 0.26067 0.31644 0.25286 0.3169 0.24505 0.31551 C 0.24414 0.31528 0.24349 0.3132 0.24257 0.3125 C 0.24101 0.31135 0.23763 0.30972 0.23763 0.30972 C 0.23203 0.31019 0.22643 0.30996 0.22096 0.31111 C 0.21862 0.31158 0.21432 0.31412 0.21432 0.31412 C 0.21145 0.31366 0.20859 0.31366 0.20599 0.3125 C 0.2013 0.31088 0.20403 0.30926 0.20013 0.30672 C 0.19882 0.30579 0.19726 0.30579 0.19596 0.3051 C 0.19427 0.3044 0.1927 0.30255 0.19088 0.30232 C 0.17369 0.29908 0.18034 0.30116 0.17096 0.29769 C 0.17005 0.29676 0.16927 0.2956 0.16849 0.29491 C 0.1677 0.29398 0.16679 0.29375 0.16588 0.29329 C 0.15468 0.2875 0.14791 0.29121 0.13255 0.29028 C 0.13177 0.28982 0.13099 0.28935 0.13007 0.28889 C 0.12877 0.2882 0.12721 0.28866 0.12591 0.2875 C 0.12461 0.28611 0.12382 0.2831 0.12265 0.28148 C 0.12187 0.28056 0.12096 0.28056 0.12005 0.2801 C 0.11901 0.27801 0.1181 0.2757 0.11679 0.27408 C 0.11549 0.27269 0.11406 0.27199 0.11263 0.27107 C 0.10963 0.26945 0.10586 0.2676 0.1026 0.26667 L 0.07929 0.26065 C 0.07643 0.25787 0.07382 0.2544 0.07096 0.25185 C 0.06862 0.24977 0.06588 0.24908 0.06341 0.24746 C 0.04661 0.23565 0.05364 0.23959 0.04257 0.23403 C 0.04179 0.2331 0.04088 0.23218 0.0401 0.23102 C 0.02578 0.21204 0.03372 0.22153 0.02682 0.21343 C 0.02617 0.21181 0.02591 0.20996 0.02513 0.2088 C 0.02291 0.20556 0.01901 0.20232 0.01679 0.19861 C 0.01211 0.19005 0.01888 0.19746 0.01172 0.19121 C 0.00898 0.17616 0.00781 0.16945 0.0026 0.14954 C 0.00052 0.14144 -0.00183 0.13334 -0.00495 0.12593 C -0.00716 0.12037 -0.01055 0.11621 -0.01328 0.11111 C -0.01446 0.1088 -0.01628 0.10371 -0.01732 0.1007 C -0.01706 0.09676 -0.01693 0.09283 -0.01654 0.08889 C -0.01237 0.03797 -0.02136 0.04398 -0.00912 0.03843 C -0.00795 0.03218 -0.00664 0.0257 -0.00573 0.01922 C -0.00521 0.01597 -0.00378 -0.00231 -0.00157 -0.00879 C -0.00091 -0.01065 0.00026 -0.01157 0.00091 -0.01342 C 0.00638 -0.02615 0.00169 -0.01759 0.00429 -0.02222 L -0.00078 0.0044 " pathEditMode="relative" ptsTypes="AAAAAAAAAAAAAAAAAAAAAAAAAAAAAAAAAAAAAAAAAAAAAAAAAAAAAAAAAAAAAAAAAAAAAAAAAAAAAAAAAAAAAAAAAAAAAAAAAAAAAAAAAAAAAAAAAAAAAAAAAAAAAAAAAAAAAAAAA">
                                      <p:cBhvr>
                                        <p:cTn id="16" dur="9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repeatCount="indefinite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21 -0.02616 L -0.00521 -0.02616 C -0.00612 -0.03218 -0.00742 -0.03797 -0.00769 -0.04398 C -0.00795 -0.04838 -0.00573 -0.06273 -0.00521 -0.06621 C -0.00495 -0.07361 -0.0056 -0.08125 -0.00443 -0.08843 C -0.00378 -0.09213 -0.00157 -0.09422 -0.00026 -0.09723 C 0.00039 -0.09861 0.00104 -0.10023 0.00143 -0.10186 C 0.00182 -0.10324 0.00182 -0.10486 0.00221 -0.10625 C 0.00299 -0.10834 0.00403 -0.10996 0.00481 -0.11204 C 0.00547 -0.11436 0.0056 -0.11736 0.00638 -0.11945 C 0.00755 -0.12269 0.00937 -0.12523 0.01054 -0.12848 C 0.01497 -0.14005 0.01914 -0.15186 0.02304 -0.16389 C 0.02474 -0.16875 0.02578 -0.17385 0.02721 -0.17871 C 0.02838 -0.18241 0.03216 -0.19074 0.03307 -0.19213 C 0.03372 -0.19306 0.03476 -0.19306 0.03554 -0.19352 C 0.03646 -0.19514 0.03711 -0.19699 0.03815 -0.19815 C 0.03945 -0.19954 0.04609 -0.20324 0.04726 -0.20394 C 0.05286 -0.21135 0.04869 -0.20695 0.05729 -0.21135 C 0.05898 -0.21227 0.06224 -0.21436 0.06224 -0.21436 C 0.06992 -0.22454 0.06041 -0.2132 0.07565 -0.22315 C 0.07786 -0.22477 0.08008 -0.22593 0.08229 -0.22778 C 0.09075 -0.23473 0.08242 -0.23033 0.08971 -0.23357 C 0.09648 -0.24167 0.10299 -0.24954 0.11146 -0.25278 C 0.11393 -0.25394 0.1164 -0.2551 0.11888 -0.25579 C 0.12174 -0.25648 0.12448 -0.25672 0.12721 -0.25741 C 0.12812 -0.25787 0.12903 -0.25811 0.12981 -0.2588 C 0.1345 -0.2625 0.13906 -0.26736 0.14388 -0.27061 C 0.14583 -0.27176 0.14778 -0.27153 0.14974 -0.27223 C 0.15768 -0.27686 0.14935 -0.27223 0.1681 -0.27662 C 0.16927 -0.27686 0.17031 -0.27755 0.17148 -0.27801 C 0.17695 -0.2801 0.18255 -0.28241 0.18815 -0.28403 C 0.19609 -0.28635 0.1914 -0.28519 0.20221 -0.28704 C 0.22005 -0.30047 0.19778 -0.28449 0.21315 -0.29283 C 0.2151 -0.29398 0.21679 -0.29676 0.21888 -0.29723 C 0.22773 -0.29977 0.24557 -0.30186 0.24557 -0.30186 C 0.25573 -0.30533 0.24205 -0.3007 0.25976 -0.30463 C 0.26093 -0.30486 0.26198 -0.30602 0.26315 -0.30625 C 0.27396 -0.30741 0.28476 -0.30811 0.29557 -0.30903 L 0.32643 -0.30625 C 0.3276 -0.30602 0.32864 -0.30463 0.32981 -0.30463 C 0.33398 -0.30463 0.33815 -0.30579 0.34231 -0.30625 C 0.35 -0.30186 0.35768 -0.29676 0.36562 -0.29283 C 0.37773 -0.28681 0.37994 -0.28727 0.39062 -0.28542 C 0.397 -0.28635 0.4013 -0.28658 0.40729 -0.28843 C 0.40846 -0.28866 0.4095 -0.28936 0.41054 -0.28982 C 0.4332 -0.28843 0.45664 -0.28727 0.4789 -0.28403 C 0.48047 -0.2838 0.48177 -0.28218 0.48307 -0.28102 C 0.49179 -0.27315 0.48893 -0.2757 0.49557 -0.26621 C 0.50234 -0.25672 0.49596 -0.26505 0.50143 -0.26019 C 0.50286 -0.25903 0.50416 -0.25718 0.5056 -0.25579 C 0.51484 -0.24723 0.5125 -0.24885 0.5181 -0.24537 L 0.53554 -0.22176 C 0.53646 -0.22061 0.53724 -0.21945 0.53815 -0.21875 C 0.54218 -0.21598 0.54648 -0.21436 0.55065 -0.21135 C 0.55208 -0.21042 0.55325 -0.20811 0.55481 -0.20695 C 0.55638 -0.20556 0.55976 -0.20394 0.55976 -0.20394 C 0.5651 -0.1926 0.56823 -0.17639 0.57565 -0.16991 C 0.57669 -0.16898 0.57799 -0.16829 0.5789 -0.1669 C 0.60117 -0.13403 0.58776 -0.14723 0.60221 -0.13426 C 0.61106 -0.10324 0.60364 -0.1301 0.61315 -0.09445 C 0.61367 -0.09236 0.61445 -0.09051 0.61471 -0.08843 C 0.61679 -0.07361 0.61601 -0.08056 0.61731 -0.0676 C 0.61758 -0.06019 0.61771 -0.05278 0.6181 -0.04537 C 0.61823 -0.04398 0.61901 -0.0426 0.61901 -0.04098 C 0.61901 -0.03172 0.61875 -0.02223 0.6181 -0.01297 C 0.61784 -0.00926 0.61692 -0.00602 0.6164 -0.00255 C 0.61614 3.33333E-6 0.61601 0.00254 0.61562 0.00486 C 0.61523 0.00694 0.61445 0.00879 0.61393 0.01088 C 0.61302 0.01527 0.61224 0.01967 0.61146 0.02407 C 0.61119 0.02569 0.61119 0.02754 0.61054 0.0287 C 0.60065 0.04629 0.61198 0.02546 0.6056 0.03889 C 0.60481 0.04051 0.6039 0.04189 0.60312 0.04352 C 0.60052 0.04884 0.59869 0.05532 0.59557 0.05972 L 0.59062 0.06713 C 0.5901 0.06898 0.58971 0.07129 0.58893 0.07314 C 0.5875 0.07639 0.58554 0.07893 0.58398 0.08194 C 0.57825 0.09189 0.58528 0.07986 0.57643 0.09375 C 0.57552 0.09514 0.575 0.09722 0.57396 0.09814 C 0.57265 0.0993 0.57122 0.0993 0.56979 0.09977 C 0.5681 0.10162 0.56666 0.10416 0.56471 0.10555 C 0.56263 0.10717 0.56028 0.1074 0.55807 0.10856 C 0.55664 0.10949 0.55534 0.11064 0.5539 0.11157 C 0.55026 0.12129 0.55494 0.11064 0.54726 0.11898 C 0.53411 0.1331 0.55377 0.11782 0.53971 0.12777 C 0.53867 0.13032 0.5375 0.13264 0.53646 0.13518 C 0.53385 0.14213 0.53177 0.14953 0.5289 0.15602 C 0.52812 0.15787 0.52656 0.15879 0.52565 0.16041 C 0.52291 0.16527 0.52526 0.16597 0.52057 0.16782 C 0.5181 0.16875 0.51562 0.16875 0.51315 0.16944 C 0.50651 0.17314 0.51549 0.16759 0.50729 0.17384 C 0.50508 0.17546 0.50286 0.17685 0.50065 0.17824 C 0.49648 0.18078 0.49726 0.17893 0.49231 0.18125 C 0.47682 0.18796 0.4914 0.18472 0.47226 0.18703 C 0.47122 0.1875 0.47005 0.18796 0.46888 0.18865 C 0.46784 0.18935 0.46679 0.1912 0.46562 0.19166 C 0.46419 0.19189 0.46289 0.19051 0.46146 0.19004 C 0.4595 0.19166 0.45755 0.19328 0.4556 0.19444 C 0.45455 0.19514 0.45325 0.1949 0.45221 0.19606 C 0.45078 0.19745 0.44974 0.20046 0.44804 0.20185 C 0.44687 0.20301 0.44531 0.20277 0.44388 0.20347 C 0.4431 0.2037 0.44231 0.20463 0.4414 0.20486 C 0.43672 0.20578 0.43203 0.20578 0.42721 0.20648 C 0.42643 0.20694 0.42565 0.20717 0.42474 0.20787 C 0.42278 0.20926 0.42109 0.2118 0.41888 0.21227 C 0.40976 0.21389 0.40065 0.21319 0.3914 0.21389 C 0.37448 0.21805 0.3957 0.21273 0.3806 0.21666 C 0.37864 0.21736 0.37669 0.21782 0.37474 0.21828 C 0.3694 0.22129 0.375 0.21828 0.36562 0.22129 C 0.36445 0.22152 0.36341 0.22199 0.36224 0.22268 C 0.36146 0.22314 0.36067 0.22407 0.35976 0.22407 C 0.35286 0.225 0.34583 0.22523 0.33893 0.22569 C 0.33255 0.22847 0.33307 0.2287 0.32304 0.2287 C 0.3039 0.2287 0.28476 0.22754 0.26562 0.22708 C 0.26393 0.22662 0.26224 0.22592 0.26054 0.22569 C 0.25729 0.225 0.2539 0.225 0.25065 0.22407 C 0.24856 0.22361 0.24427 0.21898 0.2431 0.21828 C 0.24205 0.21736 0.24088 0.21736 0.23971 0.21666 C 0.23867 0.21597 0.23763 0.21435 0.23646 0.21389 C 0.23476 0.21296 0.23307 0.2125 0.23138 0.21227 C 0.22539 0.21157 0.21927 0.21134 0.21315 0.21088 C 0.20729 0.2074 0.21315 0.21041 0.20143 0.20787 C 0.19778 0.20694 0.19427 0.20578 0.19062 0.20486 C 0.18919 0.20347 0.18776 0.20208 0.18646 0.20046 C 0.18554 0.19953 0.18489 0.19768 0.18398 0.19745 C 0.18177 0.19722 0.17955 0.19838 0.17721 0.19907 C 0.17695 0.19884 0.16523 0.19884 0.16146 0.19606 C 0.15976 0.19467 0.15573 0.18796 0.15481 0.18703 C 0.15299 0.18518 0.14726 0.1824 0.14557 0.18125 C 0.14362 0.17986 0.14179 0.17777 0.13971 0.17685 C 0.13646 0.17523 0.13294 0.17569 0.12981 0.17384 C 0.1289 0.17338 0.12812 0.17245 0.12721 0.17222 C 0.12343 0.17152 0.11953 0.17129 0.11562 0.17083 C 0.10872 0.16782 0.11549 0.17152 0.10976 0.16643 C 0.10898 0.16574 0.10807 0.16551 0.10729 0.16481 C 0.10586 0.16365 0.10455 0.16157 0.10312 0.16041 C 0.10091 0.15902 0.09856 0.15879 0.09648 0.1574 C 0.09466 0.15648 0.0931 0.15439 0.0914 0.15301 C 0.08489 0.14814 0.08593 0.14884 0.07981 0.14722 C 0.07747 0.14282 0.07239 0.13194 0.0681 0.12777 C 0.06484 0.12477 0.06119 0.12268 0.05807 0.11898 C 0.05377 0.11389 0.04349 0.10139 0.04062 0.09977 L 0.03815 0.09814 C 0.03372 0.08518 0.03776 0.09583 0.0306 0.08194 C 0.02916 0.07916 0.02799 0.07569 0.02643 0.07314 C 0.022 0.06527 0.02435 0.07152 0.01979 0.06574 C 0.01445 0.05879 0.02044 0.0625 0.01393 0.05972 C 0.01315 0.05833 0.01237 0.05671 0.01146 0.05532 C 0.01041 0.0537 0.00911 0.05254 0.00807 0.05092 C 0.00716 0.04907 0.00651 0.04676 0.0056 0.0449 C 0.00403 0.04189 0.00065 0.03611 0.00065 0.03611 C -0.00352 0.01759 0.00156 0.04074 -0.00274 0.01967 C -0.00521 0.0074 -0.00365 0.01713 -0.00521 0.00648 C -0.00703 -0.03449 -0.0069 -0.01922 -0.0069 -0.03959 L -0.0069 -0.03959 " pathEditMode="relative" ptsTypes="AAAAAAAAAAAAAAAAAAAAAAAAAAAAAAAAAAAAAAAAAAAAAAAAAAAAAAAAAAAAAAAAAAAAAAAAAAAAAAAAAAAAAAAAAAAAAAAAAAAAAAAAAAAAAAAAAAAAAAAAAAAAAAAAAAAAAAAAAAAAAAAAAAAAAAAAAA">
                                      <p:cBhvr>
                                        <p:cTn id="18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repeatCount="indefinite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82 -0.01412 L 0.00182 -0.01412 C 0.00729 -0.06551 0.00195 -0.02848 0.00846 -0.05857 C 0.00885 -0.06042 0.00872 -0.06274 0.00924 -0.06459 C 0.0099 -0.06644 0.01081 -0.0676 0.01172 -0.06899 C 0.01328 -0.07107 0.0168 -0.07477 0.0168 -0.07477 C 0.01732 -0.07639 0.01771 -0.07825 0.01849 -0.0794 C 0.02044 -0.08218 0.02513 -0.08681 0.02513 -0.08681 C 0.02656 -0.09468 0.02513 -0.08936 0.03008 -0.09723 C 0.03411 -0.10325 0.03086 -0.1007 0.03594 -0.10301 C 0.03763 -0.10741 0.03828 -0.10973 0.04089 -0.11343 C 0.04193 -0.11482 0.04323 -0.11528 0.04427 -0.11644 C 0.04648 -0.11875 0.04883 -0.12107 0.05091 -0.12385 C 0.06341 -0.13982 0.0543 -0.13264 0.0668 -0.14005 C 0.06862 -0.1426 0.07201 -0.14746 0.07422 -0.14908 C 0.07643 -0.15047 0.07878 -0.15093 0.08099 -0.15186 C 0.08177 -0.15232 0.08255 -0.15278 0.08346 -0.15348 C 0.08477 -0.1544 0.08633 -0.15487 0.08763 -0.15649 C 0.09974 -0.17084 0.09154 -0.16621 0.09922 -0.16968 C 0.10013 -0.17061 0.10091 -0.172 0.10182 -0.17269 C 0.10508 -0.17547 0.10859 -0.17686 0.11172 -0.1801 C 0.11315 -0.18149 0.11367 -0.18473 0.1151 -0.18612 C 0.11628 -0.18727 0.11784 -0.18704 0.11927 -0.1875 C 0.12148 -0.18843 0.1237 -0.18936 0.12591 -0.19051 C 0.12682 -0.19144 0.12747 -0.19283 0.12839 -0.19352 C 0.13125 -0.19514 0.14271 -0.1963 0.14349 -0.1963 C 0.14479 -0.19676 0.14622 -0.19723 0.14766 -0.19792 C 0.1487 -0.19838 0.14987 -0.19885 0.15091 -0.19931 C 0.15677 -0.20232 0.16263 -0.20487 0.16849 -0.20834 C 0.17135 -0.20996 0.17435 -0.21459 0.1776 -0.21575 C 0.18203 -0.21713 0.18646 -0.2176 0.19089 -0.21852 C 0.19987 -0.22315 0.20768 -0.22686 0.2168 -0.23334 L 0.22096 -0.23635 C 0.22734 -0.24792 0.22135 -0.23889 0.23932 -0.24537 C 0.24232 -0.2463 0.24531 -0.24838 0.24844 -0.24977 C 0.24987 -0.25024 0.25117 -0.2507 0.2526 -0.25116 C 0.25378 -0.25162 0.25482 -0.25255 0.25599 -0.25278 C 0.26589 -0.25348 0.27591 -0.25348 0.28594 -0.25417 C 0.29154 -0.25463 0.29701 -0.2551 0.3026 -0.25556 C 0.31068 -0.2551 0.31875 -0.25417 0.32682 -0.25417 C 0.33073 -0.25417 0.33451 -0.25602 0.33841 -0.25556 C 0.36315 -0.25394 0.38789 -0.25024 0.41263 -0.24815 L 0.43177 -0.24676 C 0.46315 -0.25649 0.45234 -0.25672 0.48841 -0.24977 C 0.49049 -0.24931 0.49232 -0.24769 0.49427 -0.24676 C 0.49753 -0.24514 0.49727 -0.24561 0.50013 -0.24375 C 0.50156 -0.24283 0.50286 -0.24167 0.5043 -0.24075 C 0.50716 -0.23912 0.51042 -0.23866 0.51341 -0.23797 C 0.51732 -0.2345 0.52096 -0.22987 0.52513 -0.22755 C 0.52591 -0.22709 0.52682 -0.22662 0.5276 -0.22593 C 0.52878 -0.22524 0.52982 -0.22385 0.53099 -0.22315 C 0.53359 -0.2213 0.53646 -0.21968 0.53932 -0.21852 C 0.54531 -0.21621 0.54154 -0.21829 0.54596 -0.21575 C 0.55768 -0.19491 0.53919 -0.22871 0.55013 -0.20533 C 0.55078 -0.20394 0.55195 -0.20348 0.5526 -0.20232 C 0.55391 -0.2 0.55443 -0.19676 0.55599 -0.19491 C 0.55716 -0.19352 0.55872 -0.19399 0.56016 -0.19352 C 0.56289 -0.19213 0.56576 -0.19051 0.56849 -0.18889 C 0.5707 -0.1875 0.57279 -0.18565 0.57513 -0.1845 C 0.5776 -0.18334 0.58008 -0.18264 0.58255 -0.18149 C 0.59492 -0.17616 0.58281 -0.18056 0.59258 -0.17709 C 0.59674 -0.1713 0.60273 -0.16783 0.60508 -0.15926 C 0.60573 -0.15741 0.6056 -0.15417 0.60677 -0.15348 C 0.61016 -0.15093 0.61406 -0.15139 0.61758 -0.15047 C 0.61875 -0.14954 0.61979 -0.14815 0.62096 -0.14746 C 0.62227 -0.14653 0.62539 -0.14584 0.62682 -0.14445 C 0.62852 -0.14283 0.63021 -0.14075 0.63177 -0.13866 C 0.63307 -0.13681 0.63372 -0.13403 0.63516 -0.13264 C 0.63633 -0.13149 0.63789 -0.13172 0.63932 -0.13125 C 0.64245 -0.11991 0.63971 -0.12709 0.64922 -0.11644 C 0.65182 -0.11343 0.65495 -0.11181 0.65677 -0.10741 C 0.65755 -0.10556 0.6582 -0.10325 0.65924 -0.10162 C 0.66081 -0.09908 0.66263 -0.09769 0.66432 -0.09561 C 0.67214 -0.08588 0.66367 -0.0963 0.67005 -0.08681 C 0.67083 -0.08565 0.67187 -0.08496 0.67266 -0.0838 C 0.67604 -0.07801 0.68047 -0.07338 0.68255 -0.06598 C 0.6832 -0.06412 0.68385 -0.06204 0.68424 -0.05996 C 0.68464 -0.05857 0.68451 -0.05672 0.68516 -0.05556 C 0.68594 -0.05417 0.68737 -0.05371 0.68841 -0.05255 C 0.68958 -0.04931 0.69062 -0.04561 0.6918 -0.04237 C 0.69232 -0.04075 0.69531 -0.03426 0.69596 -0.03195 C 0.69727 -0.02709 0.69831 -0.02223 0.69922 -0.01713 C 0.7 -0.0132 0.70091 -0.00533 0.70091 -0.00533 C 0.70117 0.00208 0.7013 0.00949 0.70182 0.01689 C 0.70195 0.01898 0.70247 0.02083 0.7026 0.02291 C 0.70299 0.02939 0.70312 0.03564 0.70352 0.04213 C 0.70312 0.05787 0.70339 0.07384 0.7026 0.08958 C 0.70247 0.09166 0.70143 0.09351 0.70091 0.0956 C 0.70065 0.09699 0.70039 0.09838 0.70013 0.1 C 0.69961 0.10254 0.69896 0.10486 0.69844 0.1074 C 0.69818 0.10879 0.69818 0.11041 0.69766 0.1118 C 0.69674 0.11412 0.69544 0.11574 0.69427 0.11782 C 0.68997 0.1368 0.6957 0.11713 0.68932 0.12662 C 0.68828 0.128 0.68828 0.13078 0.68763 0.13263 C 0.68698 0.13425 0.68581 0.13518 0.68516 0.13703 C 0.68034 0.14953 0.68516 0.14282 0.68008 0.14884 C 0.67852 0.15324 0.67474 0.16342 0.67344 0.16504 C 0.66458 0.17708 0.67539 0.16157 0.66758 0.17546 C 0.66667 0.17731 0.66523 0.178 0.66432 0.17986 C 0.66107 0.18657 0.65781 0.19328 0.65508 0.20069 C 0.65456 0.20208 0.65417 0.20393 0.65339 0.20509 C 0.65195 0.2074 0.64844 0.21111 0.64844 0.21111 C 0.64518 0.2199 0.64883 0.21134 0.64258 0.2199 C 0.63672 0.22824 0.64193 0.2243 0.63672 0.22731 C 0.63372 0.23148 0.6319 0.23402 0.62839 0.23773 C 0.62734 0.23888 0.62617 0.23958 0.62513 0.24074 C 0.62396 0.24213 0.62279 0.24351 0.62174 0.24513 C 0.62083 0.24652 0.62031 0.24861 0.61927 0.24953 C 0.61719 0.25162 0.61484 0.25231 0.61263 0.25393 C 0.60612 0.25879 0.6125 0.25555 0.60599 0.25856 C 0.6043 0.26134 0.60117 0.26736 0.59922 0.26875 C 0.59714 0.2706 0.59479 0.2706 0.59258 0.27175 C 0.59141 0.27245 0.59036 0.27384 0.58932 0.27476 C 0.58568 0.27731 0.58216 0.28032 0.57839 0.28217 C 0.57565 0.28356 0.56719 0.28773 0.5651 0.28958 C 0.56406 0.2905 0.56302 0.29213 0.56172 0.29259 C 0.55898 0.29351 0.55625 0.29351 0.55339 0.29398 C 0.55234 0.2956 0.5513 0.29722 0.55013 0.29838 C 0.54818 0.30046 0.54479 0.30231 0.54258 0.303 C 0.54062 0.30347 0.53867 0.30393 0.53672 0.30439 C 0.53516 0.30486 0.53346 0.30532 0.53177 0.30578 C 0.5306 0.30625 0.52956 0.30694 0.52839 0.3074 C 0.51497 0.31134 0.52852 0.30578 0.5151 0.3118 C 0.51432 0.31273 0.51354 0.31412 0.51263 0.31481 C 0.51133 0.31574 0.50977 0.31574 0.50846 0.3162 C 0.50755 0.31666 0.50677 0.31736 0.50599 0.31782 C 0.50482 0.31921 0.50378 0.32106 0.5026 0.32222 C 0.50052 0.3243 0.49583 0.32453 0.49427 0.32523 C 0.49232 0.32592 0.49049 0.32754 0.48841 0.328 C 0.48542 0.32893 0.48229 0.32916 0.4793 0.32963 L 0.47096 0.33101 L 0.45755 0.34143 C 0.45625 0.34259 0.45495 0.34398 0.45339 0.34444 L 0.44844 0.34583 C 0.43646 0.34537 0.42461 0.34444 0.41263 0.34444 C 0.41094 0.34444 0.40924 0.3456 0.40755 0.34583 C 0.37747 0.35254 0.40273 0.34629 0.38672 0.35046 C 0.37292 0.3493 0.35898 0.34768 0.34505 0.34745 C 0.33984 0.34722 0.33086 0.3493 0.32513 0.35046 C 0.31211 0.35 0.27747 0.34953 0.25924 0.34745 C 0.25456 0.34675 0.24974 0.34421 0.24505 0.34282 C 0.23984 0.34143 0.2375 0.34189 0.23255 0.34004 C 0.2306 0.33912 0.22878 0.3375 0.22682 0.33703 C 0.22214 0.33588 0.21732 0.33611 0.21263 0.33541 C 0.20951 0.33449 0.20638 0.33379 0.20339 0.33263 C 0.20195 0.33194 0.20065 0.33032 0.19922 0.32963 C 0.19792 0.32893 0.19648 0.3287 0.19505 0.328 C 0.19401 0.32708 0.19297 0.32592 0.1918 0.32523 C 0.18659 0.32175 0.18958 0.32662 0.18346 0.31921 C 0.18242 0.31805 0.1819 0.31597 0.18099 0.31481 C 0.17969 0.31342 0.17812 0.31296 0.17682 0.3118 C 0.17526 0.31064 0.17396 0.30879 0.17266 0.3074 C 0.17174 0.30648 0.17109 0.30486 0.17005 0.30439 C 0.16823 0.30347 0.16615 0.30347 0.16432 0.303 C 0.14753 0.29745 0.16497 0.30208 0.15091 0.29838 C 0.14987 0.29699 0.14883 0.29537 0.14766 0.29398 C 0.14232 0.28819 0.14596 0.29444 0.14089 0.28657 C 0.13997 0.28518 0.13945 0.2831 0.13841 0.28217 C 0.13633 0.28055 0.13385 0.28101 0.13177 0.27916 C 0.1306 0.27824 0.12956 0.27685 0.12839 0.27615 C 0.12292 0.27338 0.11706 0.27291 0.11172 0.26875 C 0.09518 0.25625 0.11784 0.27361 0.09922 0.25856 C 0.09792 0.2574 0.09648 0.25671 0.09505 0.25555 C 0.09232 0.25324 0.08971 0.24976 0.08672 0.24814 C 0.08594 0.24768 0.08503 0.24722 0.08424 0.24652 C 0.0819 0.24444 0.07578 0.23726 0.07422 0.23472 C 0.07318 0.2331 0.07266 0.23078 0.07174 0.22893 C 0.07018 0.22569 0.06849 0.22268 0.0668 0.2199 C 0.06549 0.21782 0.06393 0.2162 0.06263 0.21412 C 0.06081 0.21111 0.05977 0.20671 0.05755 0.20509 C 0.05573 0.20393 0.05299 0.20162 0.05091 0.20069 C 0.0487 0.19953 0.04648 0.19907 0.04427 0.19768 C 0.0431 0.19699 0.04206 0.1956 0.04089 0.19467 C 0.03464 0.19004 0.04336 0.19861 0.03424 0.18888 C 0.03021 0.178 0.03516 0.19166 0.03099 0.17847 C 0.03047 0.17685 0.02982 0.17546 0.0293 0.17407 C 0.02839 0.17152 0.02786 0.16875 0.02682 0.16666 C 0.01758 0.14838 0.02656 0.17013 0.02005 0.15625 C 0.01589 0.14699 0.01133 0.13796 0.00755 0.128 C 0.00651 0.12523 0.00534 0.12222 0.0043 0.11921 C -0.00208 0.10046 0.00664 0.1243 0.00091 0.10879 C 0.00039 0.10532 2.08333E-7 0.10185 -0.00078 0.09838 C -0.00117 0.09629 -0.00195 0.09467 -0.00234 0.09259 C -0.00286 0.09004 -0.00286 0.0875 -0.00326 0.08518 C -0.0069 0.0625 -0.00495 0.08055 -0.00651 0.06296 C -0.00625 0.04166 -0.00651 0.02037 -0.00573 -0.0007 C -0.00573 -0.00255 -0.00443 -0.00371 -0.00404 -0.00533 C -0.00091 -0.01875 -0.00573 -0.0044 -0.00156 -0.01551 C -0.00078 -0.0213 -0.00065 -0.02755 0.00182 -0.03195 C 0.00195 -0.03218 0.00234 -0.03195 0.0026 -0.03195 L 0.0026 -0.03195 " pathEditMode="relative" ptsTypes="AAAAAAAAA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20" dur="9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repeatCount="indefinite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326 0.01505 L -0.00326 0.01505 C -0.0043 0.01945 -0.00521 0.02408 -0.00651 0.02824 C -0.00782 0.03241 -0.00977 0.03542 -0.01159 0.03866 C -0.01185 0.04213 -0.01198 0.0456 -0.01237 0.04908 C -0.01276 0.05255 -0.01355 0.05602 -0.01407 0.05949 C -0.01433 0.06135 -0.01459 0.06343 -0.01485 0.06528 C -0.01576 0.08403 -0.01693 0.10278 -0.01732 0.12153 C -0.01745 0.12315 -0.01719 0.125 -0.01654 0.12616 C -0.01485 0.1294 -0.0125 0.13172 -0.01068 0.13496 C -0.00886 0.13866 -0.00782 0.14352 -0.00573 0.14676 C -0.003 0.15116 0.00091 0.15255 0.00351 0.15718 C 0.01328 0.17477 -0.00013 0.15185 0.01093 0.1676 C 0.0125 0.16968 0.01367 0.17269 0.0151 0.175 C 0.01666 0.17755 0.01862 0.17963 0.02018 0.18241 C 0.02083 0.18357 0.02109 0.18565 0.02174 0.18681 C 0.03203 0.2051 0.01953 0.18079 0.0276 0.19422 C 0.03164 0.20093 0.03411 0.21181 0.03932 0.21505 C 0.05091 0.22176 0.03724 0.21297 0.05677 0.23125 C 0.05833 0.23264 0.06015 0.23287 0.06185 0.23426 C 0.06276 0.23496 0.06328 0.23681 0.06432 0.23727 C 0.0664 0.2382 0.06875 0.2382 0.07096 0.23866 C 0.07565 0.24422 0.07109 0.23959 0.0776 0.24306 C 0.07903 0.24398 0.08034 0.24514 0.08177 0.24607 C 0.08255 0.24653 0.08346 0.24699 0.08424 0.24746 C 0.08606 0.24908 0.08997 0.25232 0.09179 0.25486 C 0.0927 0.25625 0.09336 0.2581 0.09427 0.25949 C 0.09544 0.26088 0.09856 0.2632 0.10013 0.26389 C 0.10182 0.26459 0.10351 0.26482 0.10507 0.26528 C 0.10651 0.26644 0.10794 0.26713 0.10924 0.26829 C 0.11067 0.26968 0.11198 0.27176 0.11341 0.27269 C 0.11536 0.27385 0.11731 0.27385 0.11927 0.27431 C 0.12278 0.27639 0.122 0.27547 0.12591 0.2801 C 0.12708 0.28148 0.12799 0.28357 0.12929 0.28449 C 0.13112 0.28611 0.1332 0.28681 0.13515 0.2875 C 0.1375 0.28866 0.14375 0.28982 0.14596 0.29051 C 0.14974 0.29167 0.15286 0.29329 0.15677 0.29491 C 0.1582 0.29653 0.1595 0.29838 0.16093 0.29931 C 0.16224 0.30047 0.16367 0.30047 0.1651 0.30093 C 0.16953 0.30209 0.17395 0.30278 0.17851 0.30394 C 0.18945 0.30648 0.17903 0.30417 0.19349 0.30834 C 0.1957 0.30903 0.19791 0.30926 0.20013 0.30972 C 0.20091 0.31088 0.20169 0.31227 0.2026 0.31273 C 0.20416 0.31366 0.20599 0.31435 0.20768 0.31435 C 0.22018 0.31435 0.23268 0.3132 0.24518 0.31273 C 0.24674 0.31227 0.24843 0.31135 0.25013 0.31135 C 0.26757 0.31135 0.26354 0.30926 0.27174 0.31435 L 0.31185 0.31273 C 0.31406 0.3125 0.31627 0.31204 0.31849 0.31135 C 0.32044 0.31065 0.32239 0.30926 0.32435 0.30834 C 0.32864 0.30255 0.32942 0.3007 0.33593 0.29792 C 0.33711 0.29746 0.35586 0.29491 0.35599 0.29491 C 0.35794 0.29468 0.35976 0.29375 0.36185 0.29352 C 0.39362 0.28866 0.36159 0.29468 0.38268 0.29051 C 0.38528 0.2882 0.3858 0.2875 0.38841 0.28611 C 0.39062 0.28496 0.39297 0.28449 0.39518 0.2831 C 0.39791 0.28148 0.40078 0.27963 0.40351 0.27709 C 0.40507 0.2757 0.40664 0.27385 0.40846 0.27269 C 0.40976 0.27199 0.41119 0.27176 0.41263 0.2713 C 0.41875 0.26574 0.42461 0.25949 0.43099 0.25486 C 0.43593 0.25162 0.44101 0.24838 0.44596 0.24468 C 0.44687 0.24398 0.44752 0.24236 0.44843 0.24167 C 0.4526 0.23797 0.4569 0.23519 0.46093 0.23125 C 0.46224 0.2301 0.46315 0.22801 0.46432 0.22685 C 0.47773 0.2125 0.4681 0.23635 0.49257 0.19283 C 0.49453 0.18935 0.49635 0.18565 0.49843 0.18241 C 0.50664 0.16922 0.49036 0.2051 0.50924 0.16597 C 0.51211 0.16019 0.51432 0.15324 0.51679 0.14676 C 0.51966 0.13912 0.52213 0.13079 0.52513 0.12315 C 0.52942 0.1125 0.53047 0.11111 0.53346 0.09792 C 0.53476 0.09213 0.53567 0.08611 0.53672 0.0801 C 0.53619 0.07616 0.53593 0.07222 0.53515 0.06829 C 0.53372 0.06158 0.5319 0.0581 0.53007 0.05209 C 0.52864 0.04722 0.52786 0.04144 0.52591 0.03727 C 0.52474 0.03449 0.52265 0.03334 0.52096 0.03125 C 0.51953 0.01991 0.51875 0.00834 0.51679 -0.00278 C 0.5164 -0.00486 0.51523 -0.00625 0.51432 -0.00717 C 0.50664 -0.01528 0.50586 -0.01296 0.50091 -0.0206 C 0.49974 -0.02245 0.49895 -0.02477 0.49765 -0.02662 C 0.48997 -0.03634 0.4832 -0.0493 0.47435 -0.05463 C 0.47135 -0.05648 0.47083 -0.05648 0.46757 -0.05903 C 0.46263 -0.06296 0.45768 -0.06736 0.4526 -0.07106 C 0.44414 -0.07685 0.43528 -0.08125 0.42682 -0.08727 C 0.42395 -0.08912 0.42135 -0.09166 0.41849 -0.09328 C 0.41523 -0.09514 0.40846 -0.09768 0.40846 -0.09768 C 0.40703 -0.1 0.40599 -0.10347 0.40429 -0.10509 C 0.40286 -0.10648 0.40091 -0.10602 0.39935 -0.10648 C 0.39505 -0.1074 0.39153 -0.10764 0.38763 -0.10949 C 0.38593 -0.11018 0.38437 -0.11157 0.38268 -0.1125 C 0.37031 -0.11852 0.372 -0.11643 0.35768 -0.12291 C 0.35364 -0.12453 0.34987 -0.12754 0.34596 -0.1287 C 0.33763 -0.13148 0.32096 -0.13472 0.32096 -0.13472 C 0.31041 -0.14097 0.31458 -0.13889 0.29179 -0.14051 C 0.28789 -0.14097 0.28398 -0.13958 0.28007 -0.13912 C 0.27317 -0.13958 0.26627 -0.14097 0.25924 -0.14051 C 0.24192 -0.13981 0.25156 -0.13472 0.24427 -0.13912 C 0.24075 -0.15185 0.24362 -0.14629 0.22929 -0.14352 C 0.22838 -0.14328 0.2276 -0.14236 0.22682 -0.14213 C 0.22148 -0.14074 0.21614 -0.14051 0.21093 -0.13912 C 0.2082 -0.13842 0.20547 -0.13657 0.2026 -0.13611 C 0.19323 -0.13472 0.18372 -0.13426 0.17435 -0.1331 C 0.16953 -0.13125 0.16471 -0.13009 0.16015 -0.12731 C 0.12682 -0.10625 0.15091 -0.11203 0.11093 -0.09467 C 0.10364 -0.09143 0.08841 -0.08865 0.08841 -0.08865 C 0.08112 -0.08287 0.07356 -0.07708 0.06679 -0.06944 C 0.04244 -0.04213 0.06692 -0.06157 0.03268 -0.03102 C 0.02981 -0.02847 0.02721 -0.02569 0.02435 -0.02361 C 0.02018 -0.0206 0.01185 -0.0162 0.01185 -0.0162 L 0.00507 -0.0044 L 0.00182 0.00162 C 0.00117 0.00463 0.00091 0.00764 0.00013 0.01042 C 3.54167E-6 0.01111 -0.0043 0.02385 -0.00482 0.02685 C -0.00495 0.02755 -0.0043 0.02593 -0.00404 0.02523 L -0.00404 0.02523 " pathEditMode="relative" ptsTypes="AAAAAAAAAAAAAAAAAAAAAAAAAAAAAAAAAAAAAAAAAAAAAAAAAAAAAAAAAAAAAAAAAAAAAAAAAAAAAAAAAAAAAAAAAAAAAAAAAAAAAAAAAAAAAAAAAA">
                                      <p:cBhvr>
                                        <p:cTn id="22" dur="9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repeatCount="indefinite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926 L -0.00104 0.00926 C 0.00117 0.01273 0.00377 0.01551 0.0056 0.01967 C 0.00677 0.02222 0.00625 0.02615 0.00729 0.02847 C 0.01133 0.03727 0.00911 0.03426 0.01315 0.03889 C 0.0138 0.04259 0.01406 0.0449 0.01562 0.04791 C 0.01666 0.04953 0.01797 0.05046 0.01901 0.05231 C 0.01992 0.05393 0.02044 0.05648 0.02148 0.0581 C 0.02239 0.05972 0.02383 0.05972 0.02487 0.06111 C 0.02695 0.06435 0.02864 0.06805 0.0306 0.07152 C 0.03151 0.07291 0.03242 0.0743 0.0332 0.07592 C 0.03372 0.07754 0.03411 0.07916 0.03476 0.08032 C 0.03633 0.08264 0.03828 0.08402 0.03984 0.08634 C 0.04088 0.08796 0.0414 0.09027 0.04231 0.09213 C 0.04557 0.09884 0.04492 0.09768 0.04896 0.10115 C 0.05403 0.11458 0.0457 0.09398 0.05481 0.10995 C 0.05547 0.11111 0.05508 0.11342 0.0556 0.11435 C 0.05625 0.11551 0.05729 0.11574 0.0582 0.11597 C 0.06067 0.11666 0.06315 0.11689 0.06562 0.11736 C 0.06979 0.12176 0.06992 0.12129 0.07317 0.12777 C 0.07383 0.12916 0.07409 0.13102 0.07487 0.13217 C 0.07578 0.13356 0.07708 0.13402 0.07812 0.13518 C 0.07955 0.13703 0.08073 0.13958 0.08229 0.1412 C 0.08333 0.14213 0.0845 0.14213 0.08567 0.14259 C 0.08932 0.14444 0.08711 0.14398 0.09153 0.1456 C 0.09453 0.14652 0.09752 0.14745 0.10065 0.14861 C 0.10403 0.15301 0.10416 0.1537 0.1082 0.1574 C 0.10976 0.15902 0.11146 0.16018 0.11315 0.1618 C 0.11588 0.16458 0.11575 0.16574 0.11901 0.16782 C 0.12317 0.17014 0.12643 0.17106 0.1306 0.17222 C 0.13737 0.18032 0.12838 0.17037 0.13646 0.17662 C 0.13802 0.17777 0.13919 0.18009 0.14062 0.18102 C 0.14284 0.18264 0.14505 0.1831 0.14726 0.18402 C 0.15013 0.18518 0.15286 0.18588 0.1556 0.18703 C 0.15677 0.1875 0.15781 0.18819 0.15898 0.18842 C 0.16263 0.18958 0.16614 0.19051 0.16979 0.19143 C 0.17122 0.19236 0.17252 0.19352 0.17396 0.19444 C 0.17474 0.1949 0.17565 0.19514 0.17643 0.19583 C 0.17734 0.19676 0.17799 0.19814 0.17903 0.19884 C 0.18034 0.19977 0.18177 0.19977 0.1832 0.20046 C 0.19349 0.20486 0.18437 0.20231 0.19648 0.20486 C 0.19791 0.20578 0.19922 0.20717 0.20065 0.20787 C 0.21211 0.21319 0.22369 0.21227 0.23567 0.21365 C 0.23672 0.21412 0.23789 0.21481 0.23893 0.21527 C 0.24088 0.21574 0.24284 0.21666 0.24479 0.21666 C 0.27096 0.21666 0.297 0.21574 0.32317 0.21527 C 0.33789 0.21643 0.35794 0.21852 0.37148 0.21805 C 0.37903 0.21782 0.38646 0.2162 0.39401 0.21527 C 0.39791 0.21319 0.40169 0.21088 0.4056 0.20926 C 0.40794 0.20833 0.41002 0.20671 0.41237 0.20625 C 0.42383 0.2037 0.42369 0.20602 0.4332 0.20324 C 0.43567 0.20254 0.43815 0.20115 0.44062 0.20046 C 0.44231 0.19977 0.44401 0.1993 0.4457 0.19884 C 0.44674 0.19745 0.44778 0.19537 0.44896 0.19444 C 0.45078 0.19305 0.45286 0.19236 0.45481 0.19143 C 0.46263 0.18773 0.45976 0.18981 0.46653 0.18564 C 0.48476 0.17407 0.46849 0.18541 0.4806 0.17361 C 0.48776 0.16689 0.48216 0.17361 0.48737 0.16921 C 0.49075 0.16643 0.49362 0.16111 0.49726 0.16041 L 0.50403 0.15879 C 0.50625 0.1574 0.50846 0.15578 0.51067 0.15439 C 0.51172 0.1537 0.51302 0.15393 0.51393 0.15301 C 0.51536 0.15139 0.51588 0.14838 0.51731 0.14699 C 0.5194 0.14514 0.52396 0.14398 0.52396 0.14398 C 0.52591 0.14213 0.52786 0.14027 0.52981 0.13819 C 0.53333 0.13449 0.53151 0.13541 0.53567 0.13217 C 0.53646 0.13171 0.53737 0.13102 0.53815 0.13078 C 0.54179 0.12916 0.54544 0.12777 0.54896 0.12639 C 0.55039 0.12477 0.55182 0.12338 0.55312 0.12176 C 0.55429 0.1206 0.55521 0.11852 0.55651 0.11736 C 0.55755 0.11643 0.55872 0.11643 0.55989 0.11597 C 0.56119 0.11435 0.56263 0.11319 0.56406 0.11157 C 0.5651 0.11018 0.56614 0.10833 0.56731 0.10694 C 0.56836 0.10578 0.56966 0.10532 0.5707 0.10416 C 0.58372 0.08912 0.57461 0.09768 0.58229 0.09074 C 0.58606 0.08078 0.58112 0.09236 0.58906 0.08194 C 0.58984 0.08078 0.58997 0.0787 0.59062 0.07754 C 0.59192 0.07477 0.59336 0.07222 0.59479 0.07014 C 0.59896 0.06389 0.60325 0.05833 0.60729 0.05231 C 0.6082 0.05092 0.60911 0.04953 0.60989 0.04791 C 0.61054 0.04606 0.6108 0.04375 0.61146 0.04189 C 0.61302 0.03773 0.61484 0.03402 0.61653 0.03009 C 0.61705 0.02708 0.61784 0.0243 0.61823 0.02106 C 0.61875 0.01527 0.61927 0.00926 0.61979 0.00347 C 0.62005 0.00092 0.62044 -0.00162 0.6207 -0.00394 C 0.62096 -0.00695 0.62109 -0.00996 0.62148 -0.01297 C 0.62187 -0.01551 0.62265 -0.01783 0.62317 -0.02037 C 0.62474 -0.0375 0.62487 -0.03449 0.62317 -0.06181 C 0.62304 -0.06436 0.622 -0.06667 0.62148 -0.06922 C 0.62109 -0.07107 0.62096 -0.07315 0.6207 -0.075 C 0.61823 -0.09005 0.62161 -0.0669 0.61901 -0.08542 C 0.61875 -0.08982 0.61927 -0.09491 0.61823 -0.09885 C 0.61771 -0.1007 0.61588 -0.09954 0.61484 -0.10023 C 0.61393 -0.10093 0.61315 -0.10232 0.61237 -0.10324 C 0.61159 -0.10533 0.60898 -0.1125 0.6082 -0.11366 C 0.60755 -0.11459 0.60651 -0.11459 0.60573 -0.11505 C 0.60508 -0.11806 0.60494 -0.1213 0.60403 -0.12408 C 0.6026 -0.12824 0.59948 -0.13357 0.59739 -0.13727 C 0.597 -0.13889 0.597 -0.14051 0.59648 -0.14167 C 0.59466 -0.1463 0.5931 -0.14769 0.59062 -0.1507 C 0.58932 -0.15556 0.58737 -0.16389 0.58398 -0.16551 L 0.58073 -0.1669 C 0.57409 -0.17871 0.58086 -0.16736 0.56979 -0.18172 C 0.56276 -0.19098 0.56758 -0.18797 0.56146 -0.19051 C 0.56015 -0.19213 0.55885 -0.19398 0.55729 -0.19514 C 0.55599 -0.19607 0.55455 -0.19584 0.55312 -0.19653 C 0.55234 -0.19699 0.55156 -0.19746 0.55065 -0.19792 C 0.54466 -0.2088 0.55273 -0.19537 0.53984 -0.20996 C 0.53606 -0.21412 0.53255 -0.21991 0.52812 -0.22176 C 0.5263 -0.22246 0.52018 -0.22385 0.51731 -0.22616 C 0.51562 -0.22755 0.51393 -0.22894 0.51237 -0.23056 C 0.51093 -0.23195 0.50963 -0.23403 0.5082 -0.23496 C 0.50573 -0.23681 0.50299 -0.2375 0.50065 -0.23959 C 0.49791 -0.2419 0.4957 -0.24561 0.4931 -0.24838 C 0.49088 -0.2507 0.48411 -0.25116 0.4832 -0.25139 C 0.48151 -0.25186 0.47981 -0.25232 0.47812 -0.25278 C 0.47239 -0.25973 0.47942 -0.25209 0.4681 -0.2588 C 0.46471 -0.26088 0.46159 -0.26389 0.4582 -0.26621 C 0.45677 -0.26713 0.45182 -0.26875 0.45065 -0.26922 C 0.4444 -0.27732 0.45052 -0.27061 0.4431 -0.275 C 0.44192 -0.2757 0.44101 -0.27755 0.43984 -0.27801 C 0.43711 -0.27894 0.43424 -0.27871 0.43151 -0.2794 C 0.42734 -0.28079 0.42317 -0.28218 0.41901 -0.28403 C 0.40521 -0.28982 0.42448 -0.28357 0.40729 -0.29144 C 0.39518 -0.29676 0.39687 -0.29468 0.38737 -0.29723 C 0.37356 -0.30093 0.39726 -0.29584 0.37565 -0.30023 C 0.37122 -0.30209 0.36666 -0.30371 0.36237 -0.30625 C 0.35859 -0.30811 0.35143 -0.31343 0.35143 -0.31343 L 0.31393 -0.31204 C 0.30859 -0.31111 0.30351 -0.30695 0.29817 -0.30463 C 0.29205 -0.30209 0.28593 -0.29977 0.27981 -0.29723 C 0.27682 -0.29769 0.27369 -0.29885 0.2707 -0.29885 C 0.2194 -0.29885 0.22903 -0.29954 0.20065 -0.29584 C 0.18984 -0.28611 0.20846 -0.30186 0.19062 -0.29144 C 0.18776 -0.28959 0.18528 -0.28542 0.18229 -0.28403 C 0.18034 -0.28287 0.17838 -0.28218 0.17643 -0.28102 C 0.17396 -0.27917 0.17161 -0.27662 0.16901 -0.275 C 0.15468 -0.26644 0.15403 -0.26852 0.13984 -0.26181 C 0.13841 -0.26111 0.13711 -0.25949 0.13567 -0.2588 C 0.1345 -0.25811 0.13346 -0.25787 0.13229 -0.25718 C 0.13177 -0.25579 0.13151 -0.25371 0.1306 -0.25278 C 0.13008 -0.25232 0.12317 -0.25 0.12317 -0.24977 C 0.12122 -0.24838 0.11927 -0.24699 0.11731 -0.24537 C 0.11614 -0.24445 0.1151 -0.24329 0.11393 -0.24236 C 0.11211 -0.24098 0.11002 -0.23982 0.1082 -0.23797 C 0.09961 -0.22986 0.10664 -0.23357 0.09987 -0.23056 C 0.09244 -0.22084 0.09583 -0.22014 0.09062 -0.22315 C 0.08867 -0.22269 0.08672 -0.22269 0.08476 -0.22176 C 0.08099 -0.21991 0.08216 -0.21852 0.07903 -0.21574 C 0.07213 -0.21019 0.06445 -0.20695 0.0582 -0.19954 C 0.05729 -0.19861 0.05651 -0.19746 0.0556 -0.19653 C 0.05455 -0.19537 0.05338 -0.19468 0.05234 -0.19352 C 0.04674 -0.18773 0.04166 -0.18033 0.03567 -0.17593 L 0.02565 -0.16852 C 0.02487 -0.16644 0.02422 -0.16389 0.02317 -0.1625 C 0.02226 -0.16135 0.02083 -0.16181 0.01979 -0.16111 C 0.01888 -0.16019 0.0181 -0.15903 0.01731 -0.15811 C 0.01562 -0.14908 0.01771 -0.15811 0.01393 -0.14908 C 0.00729 -0.13357 0.01588 -0.14954 0.0082 -0.13588 C 0.00755 -0.13287 0.00716 -0.12986 0.00651 -0.12686 C 0.00612 -0.12523 0.00521 -0.12408 0.00481 -0.12246 C 0.00429 -0.12061 0.00442 -0.11852 0.00403 -0.11667 C 0.00299 -0.11297 0.00169 -0.10973 0.00065 -0.10625 C -0.00091 -0.10047 -0.00078 -0.09954 -0.00183 -0.09445 C -0.00365 -0.08588 -0.00365 -0.08681 -0.00599 -0.07801 C -0.00625 -0.07454 -0.00651 -0.07107 -0.0069 -0.0676 C -0.00703 -0.06574 -0.00756 -0.06389 -0.00769 -0.06181 C -0.00821 -0.05348 -0.00821 -0.04491 -0.00847 -0.03658 C -0.00808 -0.02709 -0.00782 -0.01528 -0.0069 -0.00556 C -0.00664 -0.00348 -0.00638 -0.00162 -0.00599 0.00046 C -0.00573 0.00185 -0.00521 0.00486 -0.00521 0.00486 L -0.00521 0.00486 " pathEditMode="relative" ptsTypes="AAAAAAAAAAAAAAAAAAAAAAAAAAAAAAAAAAAAAAAAAAAAAAAAAAAAAAAAAAAAAAAAAAAAAAAAAAAAAAAAAAAAAAAAAAAAAAAAAAAAAAAAAAAAAAAAAAAAAAAAAAAAAAAAAAAAAAAAAAAAAAAAAAAAAAAAAAAAAAAAAAAAAAAAAAAA">
                                      <p:cBhvr>
                                        <p:cTn id="24" dur="1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repeatCount="indefinite" accel="10000" decel="1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-0.01713 L 0.00091 -0.01713 C -0.00221 -0.01274 -0.00547 -0.0088 -0.00833 -0.00394 C -0.00911 -0.00232 -0.00938 0.00023 -0.0099 0.00208 C -0.01042 0.0037 -0.01107 0.00509 -0.01159 0.00648 C -0.01133 0.01203 -0.01133 0.01759 -0.01081 0.02291 C -0.01055 0.025 -0.00951 0.02662 -0.00911 0.0287 C -0.00872 0.03078 -0.00872 0.03287 -0.00833 0.03472 C -0.00742 0.03888 -0.00638 0.04143 -0.00495 0.04513 C -0.00443 0.04907 -0.00378 0.053 -0.00326 0.05694 C -0.00182 0.06944 -0.00195 0.07106 2.08333E-7 0.08217 C 0.00026 0.08356 0.00352 0.10393 0.00586 0.11018 C 0.0069 0.11296 0.00807 0.11527 0.00924 0.11759 C 0.01146 0.12986 0.00781 0.11203 0.01341 0.128 C 0.01406 0.12986 0.01393 0.13194 0.01419 0.13402 C 0.01458 0.13611 0.01641 0.14513 0.01667 0.14583 C 0.01758 0.14745 0.01901 0.14768 0.02005 0.14884 C 0.02148 0.15046 0.02279 0.153 0.02422 0.15463 C 0.02917 0.16088 0.02826 0.15787 0.03333 0.16504 C 0.03581 0.16851 0.0375 0.17245 0.03919 0.17708 C 0.03984 0.17847 0.03997 0.18055 0.04089 0.18148 C 0.04427 0.18425 0.04818 0.18541 0.05169 0.18726 C 0.05234 0.18842 0.05807 0.19629 0.05924 0.1993 C 0.0599 0.20092 0.06003 0.20347 0.06094 0.20509 C 0.06185 0.20694 0.06328 0.20787 0.06419 0.20949 C 0.06576 0.21226 0.06667 0.21805 0.06836 0.2199 C 0.06966 0.22129 0.07122 0.22083 0.07253 0.22152 C 0.07565 0.22546 0.07865 0.22963 0.08177 0.23333 C 0.08255 0.23425 0.08346 0.23495 0.08424 0.23634 C 0.08516 0.23796 0.08568 0.24074 0.08672 0.24213 C 0.08789 0.24375 0.08958 0.24398 0.09089 0.24513 C 0.09206 0.24606 0.0931 0.24745 0.09427 0.24814 C 0.09831 0.25069 0.10312 0.25115 0.10677 0.25555 C 0.10924 0.25856 0.11146 0.2625 0.11419 0.26435 C 0.11562 0.26527 0.11706 0.26597 0.11836 0.26736 C 0.11966 0.26851 0.12057 0.2706 0.12174 0.27175 C 0.12253 0.27268 0.12344 0.27268 0.12422 0.27338 C 0.13503 0.28287 0.11732 0.26944 0.13008 0.27777 C 0.13203 0.27893 0.13385 0.28125 0.13594 0.28217 C 0.13828 0.28333 0.14089 0.2831 0.14336 0.28356 C 0.14479 0.28472 0.14609 0.28564 0.14753 0.28657 C 0.14922 0.28773 0.15104 0.28819 0.1526 0.28958 C 0.15365 0.2905 0.15404 0.29328 0.15508 0.29398 C 0.15664 0.29537 0.15846 0.2949 0.16003 0.2956 C 0.17109 0.29953 0.14987 0.2956 0.17839 0.29838 C 0.17956 0.29953 0.1806 0.30023 0.18177 0.30138 C 0.18346 0.30324 0.18477 0.30648 0.18672 0.3074 C 0.18789 0.30787 0.18893 0.30856 0.1901 0.30879 C 0.19557 0.31064 0.19492 0.30949 0.19922 0.3118 C 0.20091 0.31273 0.2026 0.31388 0.20417 0.31481 C 0.20534 0.31527 0.20651 0.31574 0.20755 0.3162 C 0.20898 0.31713 0.21029 0.31851 0.21172 0.31921 C 0.21341 0.32013 0.2151 0.32013 0.21667 0.32083 C 0.2181 0.32106 0.21953 0.32199 0.22083 0.32222 C 0.2276 0.32291 0.23424 0.32314 0.24089 0.32361 L 0.24674 0.32523 C 0.25339 0.32708 0.26003 0.32963 0.26667 0.33101 L 0.27344 0.33263 C 0.275 0.3331 0.27669 0.33379 0.27839 0.33402 C 0.28503 0.33495 0.29167 0.33495 0.29844 0.33564 C 0.31576 0.34583 0.30365 0.33981 0.34336 0.33703 C 0.34427 0.33703 0.34505 0.33564 0.34583 0.33564 C 0.35 0.33472 0.35417 0.33425 0.35833 0.33402 C 0.36953 0.33333 0.3806 0.3331 0.39167 0.33263 C 0.39674 0.3331 0.40169 0.3331 0.40677 0.33402 C 0.40755 0.33425 0.40833 0.33564 0.40924 0.33564 C 0.41146 0.33564 0.41367 0.33449 0.41589 0.33402 C 0.42005 0.33449 0.42422 0.33611 0.42839 0.33564 C 0.43464 0.33472 0.44062 0.33171 0.44674 0.32963 C 0.44779 0.32916 0.44896 0.3287 0.45 0.32824 C 0.45091 0.32777 0.45169 0.32685 0.4526 0.32662 C 0.45469 0.32592 0.45703 0.32569 0.45924 0.32523 C 0.46419 0.32384 0.46927 0.32245 0.47422 0.32083 C 0.47565 0.32013 0.47695 0.3199 0.47839 0.31921 C 0.4793 0.31875 0.47995 0.31805 0.48086 0.31782 C 0.48385 0.31689 0.48698 0.31666 0.4901 0.3162 C 0.49831 0.3125 0.48984 0.3162 0.50677 0.3118 C 0.50807 0.31157 0.50951 0.31064 0.51094 0.31041 C 0.51445 0.30972 0.5181 0.30925 0.52174 0.30879 C 0.52279 0.30787 0.52383 0.30671 0.525 0.30578 C 0.52747 0.30416 0.53021 0.3037 0.53255 0.30138 C 0.53555 0.29861 0.53802 0.29421 0.54089 0.29097 C 0.54167 0.29027 0.54245 0.28981 0.54336 0.28958 C 0.54635 0.28888 0.54948 0.28865 0.5526 0.28819 C 0.55339 0.28773 0.55417 0.28703 0.55508 0.28657 C 0.55638 0.28611 0.55794 0.28634 0.55924 0.28518 C 0.56914 0.27592 0.57747 0.26041 0.58841 0.25555 C 0.58945 0.25509 0.59062 0.25463 0.59167 0.25393 C 0.59427 0.25254 0.59661 0.25046 0.59922 0.24953 C 0.60534 0.24768 0.6026 0.24884 0.60755 0.24652 C 0.61367 0.23564 0.60625 0.24745 0.62174 0.23472 C 0.6263 0.23101 0.63138 0.22777 0.63503 0.22152 C 0.63893 0.21435 0.63685 0.21643 0.64089 0.21412 C 0.64701 0.20555 0.65378 0.19861 0.65924 0.18888 C 0.66029 0.1868 0.66159 0.18518 0.6625 0.18287 C 0.66628 0.17407 0.66172 0.1787 0.66758 0.16944 C 0.66849 0.16805 0.66979 0.16759 0.67083 0.16666 C 0.69505 0.11458 0.6832 0.12592 0.69753 0.11319 C 0.69805 0.10625 0.69857 0.0993 0.69922 0.09259 C 0.69948 0.09004 0.69987 0.0875 0.7 0.08518 C 0.70091 0.07569 0.7026 0.05694 0.7026 0.05694 C 0.70221 0.05347 0.70221 0.05 0.70169 0.04652 C 0.70143 0.0449 0.70026 0.04375 0.7 0.04213 C 0.69935 0.03588 0.69961 0.02916 0.69922 0.02291 C 0.69896 0.01921 0.6974 0.01574 0.69674 0.0125 C 0.69635 0.01064 0.69609 0.00856 0.69583 0.00648 C 0.69466 -0.00278 0.69427 -0.00996 0.69336 -0.02014 C 0.69362 -0.022 0.6944 -0.02408 0.69427 -0.02616 C 0.69323 -0.03334 0.69141 -0.0338 0.68841 -0.03635 C 0.6875 -0.04098 0.68698 -0.04561 0.68594 -0.04977 C 0.68503 -0.05301 0.68359 -0.05579 0.68255 -0.05857 L 0.68086 -0.0632 C 0.68034 -0.06459 0.68021 -0.06737 0.67917 -0.0676 L 0.67422 -0.06899 C 0.67201 -0.07338 0.66992 -0.07825 0.66758 -0.08241 C 0.6668 -0.08357 0.66562 -0.08403 0.6651 -0.08542 C 0.66419 -0.08704 0.66393 -0.08936 0.66341 -0.09121 C 0.66224 -0.09468 0.6612 -0.09838 0.66003 -0.10162 C 0.65924 -0.10371 0.65872 -0.10602 0.65755 -0.10764 C 0.65664 -0.1088 0.65534 -0.10834 0.65417 -0.10903 C 0.65273 -0.10996 0.65143 -0.11112 0.65 -0.11204 C 0.6474 -0.11783 0.64219 -0.1301 0.63919 -0.13287 L 0.63594 -0.13565 C 0.63672 -0.13612 0.63906 -0.13635 0.63841 -0.13727 C 0.63646 -0.13982 0.63385 -0.13982 0.63177 -0.14167 C 0.62969 -0.14329 0.62773 -0.14537 0.62591 -0.14769 C 0.62474 -0.14885 0.6237 -0.15093 0.62253 -0.15209 C 0.6207 -0.15394 0.61862 -0.1551 0.61667 -0.15649 C 0.61589 -0.15787 0.61523 -0.15973 0.61419 -0.16088 C 0.61055 -0.16551 0.60599 -0.16922 0.60169 -0.1713 C 0.60013 -0.17223 0.59831 -0.172 0.59674 -0.17269 C 0.5875 -0.17662 0.57839 -0.18033 0.56927 -0.18473 C 0.56706 -0.18565 0.55651 -0.19167 0.55339 -0.19491 C 0.55182 -0.19653 0.55078 -0.19931 0.54922 -0.20093 C 0.54792 -0.20232 0.54648 -0.20278 0.54505 -0.20394 C 0.53542 -0.21112 0.54062 -0.20903 0.53255 -0.21135 C 0.52435 -0.22593 0.53646 -0.20602 0.51003 -0.22176 C 0.50833 -0.22269 0.50664 -0.22338 0.50508 -0.22454 C 0.49974 -0.22848 0.50326 -0.22825 0.49583 -0.23056 C 0.4931 -0.23149 0.49036 -0.23149 0.4875 -0.23195 C 0.48424 -0.23287 0.48086 -0.2338 0.4776 -0.23496 C 0.47669 -0.23542 0.47591 -0.23635 0.475 -0.23658 C 0.46862 -0.23727 0.46224 -0.2375 0.45586 -0.23797 C 0.44557 -0.24051 0.43542 -0.24329 0.425 -0.24537 C 0.42005 -0.2463 0.41497 -0.24584 0.41003 -0.24676 C 0.40781 -0.24723 0.40573 -0.24954 0.40339 -0.24977 L 0.37253 -0.25278 C 0.37057 -0.25325 0.36862 -0.2544 0.36667 -0.25417 C 0.34779 -0.25348 0.31003 -0.24977 0.31003 -0.24977 C 0.27917 -0.23149 0.30677 -0.2463 0.22917 -0.24399 C 0.22253 -0.24375 0.21589 -0.24283 0.20924 -0.24237 C 0.20729 -0.2419 0.20534 -0.24167 0.20339 -0.24098 C 0.20052 -0.23982 0.19779 -0.23797 0.19505 -0.23658 C 0.18555 -0.23172 0.19701 -0.24051 0.17669 -0.22454 C 0.17279 -0.22153 0.16901 -0.21783 0.1651 -0.21436 C 0.16172 -0.21135 0.1582 -0.20903 0.15508 -0.20533 C 0.15417 -0.2044 0.15352 -0.20325 0.1526 -0.20232 C 0.15065 -0.2007 0.14883 -0.19862 0.14674 -0.19792 C 0.14206 -0.19653 0.13724 -0.197 0.13255 -0.19653 L 0.11667 -0.19051 C 0.11315 -0.18912 0.11029 -0.1875 0.10677 -0.18473 C 0.10586 -0.1838 0.10508 -0.18264 0.10417 -0.18172 C 0.08672 -0.16343 0.10742 -0.18658 0.08841 -0.16389 C 0.0862 -0.16135 0.08398 -0.15903 0.08177 -0.15649 C 0.07695 -0.15116 0.07279 -0.14399 0.06758 -0.14028 C 0.06615 -0.13912 0.06471 -0.13843 0.06341 -0.13727 C 0.05924 -0.13357 0.0612 -0.13241 0.05677 -0.12547 C 0.05299 -0.11922 0.04753 -0.11644 0.04336 -0.11204 C 0.04128 -0.10973 0.03763 -0.10348 0.03594 -0.10024 C 0.03385 -0.09607 0.03164 -0.09051 0.02917 -0.08681 C 0.02852 -0.08565 0.0276 -0.08496 0.02669 -0.0838 C 0.01888 -0.06297 0.02799 -0.08473 0.01927 -0.07061 C 0.01445 -0.06297 0.01628 -0.06366 0.01341 -0.05718 C 0.01094 -0.05162 0.00807 -0.04676 0.00586 -0.04098 C 0.00534 -0.03936 0.00482 -0.03774 0.00417 -0.03635 C 0.00039 -0.02801 -0.00365 -0.01991 -0.00742 -0.01135 C -0.01094 -0.00325 -0.00911 -0.00625 -0.01081 0.00069 C -0.0112 0.00254 -0.01185 0.00463 -0.01237 0.00648 C -0.01224 0.00787 -0.0112 0.01805 -0.01081 0.0199 C -0.01042 0.02152 -0.00964 0.02291 -0.00911 0.0243 L -0.00833 0.03611 L 0.00091 -0.01713 Z " pathEditMode="relative" ptsTypes="AAAAAAAAAAAAAAAAAAAAAAAAAAAAAAAAAAAAAAAAAAAAAAAAAAAAAAAAAAAAAAAAAAAAAAAAAAAAAAAAAAAAAAAAAAAAAAAAAAAAAAAAAAAAAAAAAAAAAAAAAAAAAAAAAAAAAAAAAAAAAAAAAAAAAAAAAAAAAAAAAAAAAAAAAAAAAAAAAAAAAA">
                                      <p:cBhvr>
                                        <p:cTn id="26" dur="9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4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5</cp:revision>
  <dcterms:created xsi:type="dcterms:W3CDTF">2025-10-25T07:29:45Z</dcterms:created>
  <dcterms:modified xsi:type="dcterms:W3CDTF">2025-11-11T16:21:01Z</dcterms:modified>
</cp:coreProperties>
</file>